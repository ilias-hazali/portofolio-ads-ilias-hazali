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"/>
  </p:notesMasterIdLst>
  <p:sldIdLst>
    <p:sldId id="278" r:id="rId5"/>
    <p:sldId id="279" r:id="rId6"/>
    <p:sldId id="281" r:id="rId7"/>
    <p:sldId id="282" r:id="rId8"/>
    <p:sldId id="283" r:id="rId9"/>
    <p:sldId id="28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8EEAC5-8200-3860-0A0B-8D4D913D4C35}" v="621" dt="2022-09-05T10:19:09.121"/>
    <p1510:client id="{A90B5C3F-3253-491C-916D-FB2C2E1F0749}" v="329" dt="2022-09-02T10:24:49.577"/>
    <p1510:client id="{FF79DD2A-EDB1-459A-82F7-52658F5C6F9D}" vWet="4" dt="2022-09-02T10:01:48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7847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581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1382342"/>
          </a:xfrm>
        </p:spPr>
        <p:txBody>
          <a:bodyPr>
            <a:normAutofit/>
          </a:bodyPr>
          <a:lstStyle/>
          <a:p>
            <a:pPr algn="l"/>
            <a:r>
              <a:rPr lang="en-US" sz="4000" err="1"/>
              <a:t>Foodboost</a:t>
            </a:r>
            <a:r>
              <a:rPr lang="en-US" sz="4000"/>
              <a:t> </a:t>
            </a:r>
            <a:r>
              <a:rPr lang="en-US" sz="4000" err="1"/>
              <a:t>Groep</a:t>
            </a:r>
            <a:r>
              <a:rPr lang="en-US" sz="4000"/>
              <a:t>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3869977"/>
            <a:ext cx="3485072" cy="1314500"/>
          </a:xfrm>
        </p:spPr>
        <p:txBody>
          <a:bodyPr>
            <a:normAutofit/>
          </a:bodyPr>
          <a:lstStyle/>
          <a:p>
            <a:pPr algn="l"/>
            <a:r>
              <a:rPr lang="en-US" sz="2300" err="1"/>
              <a:t>Anass</a:t>
            </a:r>
            <a:r>
              <a:rPr lang="en-US"/>
              <a:t>, Bram, Brian, </a:t>
            </a:r>
            <a:r>
              <a:rPr lang="en-US" err="1"/>
              <a:t>Ilias</a:t>
            </a:r>
            <a:r>
              <a:rPr lang="en-US"/>
              <a:t>, </a:t>
            </a:r>
            <a:r>
              <a:rPr lang="en-US" err="1"/>
              <a:t>Jurriaan</a:t>
            </a:r>
            <a:r>
              <a:rPr lang="en-US"/>
              <a:t>, Milan </a:t>
            </a:r>
            <a:endParaRPr lang="en-US" sz="2300"/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0EF2A0DA-AE81-4A45-972E-646AC287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B2D6DE-C9B5-4678-91EF-77E85F235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"/>
          <a:stretch/>
        </p:blipFill>
        <p:spPr>
          <a:xfrm>
            <a:off x="-8622" y="10"/>
            <a:ext cx="3217871" cy="685799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7026" y="1"/>
            <a:ext cx="593497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559F60-4CE1-4E2F-86EA-1B60679F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5877" y="609600"/>
            <a:ext cx="7822544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4000" err="1"/>
              <a:t>Hoofd</a:t>
            </a:r>
            <a:r>
              <a:rPr lang="en-US" sz="4000"/>
              <a:t> – </a:t>
            </a:r>
            <a:r>
              <a:rPr lang="en-US" sz="4000" err="1"/>
              <a:t>en</a:t>
            </a:r>
            <a:r>
              <a:rPr lang="en-US" sz="4000"/>
              <a:t> </a:t>
            </a:r>
            <a:r>
              <a:rPr lang="en-US" sz="4000" err="1"/>
              <a:t>deelvragen</a:t>
            </a:r>
            <a:r>
              <a:rPr lang="en-US" sz="4000"/>
              <a:t>	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F260476B-CCA6-412B-A9C5-399C34AE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5877" y="2189649"/>
            <a:ext cx="8105714" cy="4146578"/>
          </a:xfrm>
        </p:spPr>
        <p:txBody>
          <a:bodyPr anchor="t">
            <a:normAutofit fontScale="85000" lnSpcReduction="10000"/>
          </a:bodyPr>
          <a:lstStyle/>
          <a:p>
            <a:pPr marL="36830" lvl="0" indent="0">
              <a:buNone/>
            </a:pPr>
            <a:r>
              <a:rPr lang="nl-NL" sz="1800" b="1" i="0">
                <a:solidFill>
                  <a:schemeClr val="tx1"/>
                </a:solidFill>
                <a:effectLst/>
              </a:rPr>
              <a:t>Hoe kunnen wij mensen gerechten aanraden op basis van hun eerdere voorkeuren en dieetwensen? </a:t>
            </a:r>
            <a:endParaRPr lang="nl-NL">
              <a:solidFill>
                <a:schemeClr val="tx1"/>
              </a:solidFill>
            </a:endParaRPr>
          </a:p>
          <a:p>
            <a:pPr marL="36830" lvl="0" indent="0">
              <a:buNone/>
            </a:pPr>
            <a:endParaRPr lang="nl-NL" sz="1800" b="1" i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chemeClr val="tx1"/>
              </a:solidFill>
              <a:effectLst/>
            </a:endParaRPr>
          </a:p>
          <a:p>
            <a:pPr indent="-305435">
              <a:buFontTx/>
              <a:buChar char="-"/>
            </a:pPr>
            <a:r>
              <a:rPr lang="nl-NL" sz="1800" b="0" i="0">
                <a:solidFill>
                  <a:schemeClr val="tx1"/>
                </a:solidFill>
                <a:effectLst/>
              </a:rPr>
              <a:t>Hoe zorgen wij dat er bepaald wordt in hoeverre recepten</a:t>
            </a:r>
            <a:r>
              <a:rPr lang="nl-NL" sz="1800">
                <a:solidFill>
                  <a:schemeClr val="tx1"/>
                </a:solidFill>
                <a:effectLst/>
              </a:rPr>
              <a:t> voor Aziatische gerechten </a:t>
            </a:r>
            <a:r>
              <a:rPr lang="nl-NL" sz="1800" b="0" i="0">
                <a:solidFill>
                  <a:schemeClr val="tx1"/>
                </a:solidFill>
                <a:effectLst/>
              </a:rPr>
              <a:t>gelijk aan elkaar zijn? </a:t>
            </a:r>
            <a:endParaRPr lang="nl-NL" sz="1800" b="0" i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chemeClr val="tx1"/>
              </a:solidFill>
              <a:effectLst/>
            </a:endParaRPr>
          </a:p>
          <a:p>
            <a:pPr marL="37465" indent="0">
              <a:buNone/>
            </a:pPr>
            <a:r>
              <a:rPr lang="nl-NL" sz="18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/>
                </a:solidFill>
                <a:effectLst/>
              </a:rPr>
              <a:t>                -  door te kijken naar de gemeenschappelijke ingrediënten.</a:t>
            </a:r>
          </a:p>
          <a:p>
            <a:pPr indent="-305435">
              <a:buFontTx/>
              <a:buChar char="-"/>
            </a:pPr>
            <a:r>
              <a:rPr lang="nl-NL" sz="1800" b="0" i="0">
                <a:solidFill>
                  <a:schemeClr val="tx1"/>
                </a:solidFill>
                <a:effectLst/>
              </a:rPr>
              <a:t>Wat zijn belangrijke componenten om een recept voor een bepaalde persoon/doelgroep te selecteren?</a:t>
            </a:r>
            <a:r>
              <a:rPr lang="nl-NL" sz="1800">
                <a:solidFill>
                  <a:schemeClr val="tx1"/>
                </a:solidFill>
                <a:effectLst/>
              </a:rPr>
              <a:t> </a:t>
            </a:r>
            <a:endParaRPr lang="nl-NL" sz="180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chemeClr val="tx1"/>
              </a:solidFill>
              <a:effectLst/>
            </a:endParaRPr>
          </a:p>
          <a:p>
            <a:pPr indent="-305435">
              <a:buFontTx/>
              <a:buChar char="-"/>
            </a:pPr>
            <a:r>
              <a:rPr lang="nl-NL" sz="18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/>
                </a:solidFill>
                <a:effectLst/>
              </a:rPr>
              <a:t>    </a:t>
            </a:r>
          </a:p>
          <a:p>
            <a:pPr indent="-305435">
              <a:buFontTx/>
              <a:buChar char="-"/>
            </a:pPr>
            <a:r>
              <a:rPr lang="nl-NL" sz="18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/>
                </a:solidFill>
                <a:effectLst/>
              </a:rPr>
              <a:t>- door te kijken naar het percentage gemeenschappelijke ingrediënten.(boven de 40 % wel tonen/lager, niet tonen) </a:t>
            </a:r>
            <a:endParaRPr lang="nl-NL">
              <a:solidFill>
                <a:schemeClr val="tx1"/>
              </a:solidFill>
            </a:endParaRPr>
          </a:p>
          <a:p>
            <a:pPr lvl="0" indent="-305435">
              <a:buFontTx/>
              <a:buChar char="-"/>
            </a:pPr>
            <a:r>
              <a:rPr lang="nl-NL" sz="1800" b="0" i="0">
                <a:solidFill>
                  <a:schemeClr val="tx1"/>
                </a:solidFill>
                <a:effectLst/>
              </a:rPr>
              <a:t>Hoe kunnen wij de dataset filteren naar de wensen van de personen?</a:t>
            </a:r>
            <a:endParaRPr lang="nl-NL" sz="1800" b="0" i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chemeClr val="tx1"/>
              </a:solidFill>
              <a:effectLst/>
            </a:endParaRPr>
          </a:p>
          <a:p>
            <a:pPr marL="719455" lvl="1" indent="-305435">
              <a:buFontTx/>
              <a:buChar char="-"/>
            </a:pPr>
            <a:r>
              <a:rPr lang="nl-NL" sz="16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/>
                </a:solidFill>
                <a:effectLst/>
              </a:rPr>
              <a:t>- door </a:t>
            </a:r>
            <a:r>
              <a:rPr lang="nl-NL" sz="1600" err="1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/>
                </a:solidFill>
                <a:effectLst/>
              </a:rPr>
              <a:t>eersste</a:t>
            </a:r>
            <a:r>
              <a:rPr lang="nl-NL" sz="160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chemeClr val="tx1"/>
                </a:solidFill>
                <a:effectLst/>
              </a:rPr>
              <a:t> uit een keuze menu te selecteren en aan de hand daarvan wordt de dataset gefilterd en bepaalt welke foto's er worden getoond.</a:t>
            </a:r>
          </a:p>
          <a:p>
            <a:pPr lvl="0" indent="-305435">
              <a:buFontTx/>
              <a:buChar char="-"/>
            </a:pPr>
            <a:endParaRPr lang="nl-NL" sz="180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chemeClr val="tx1"/>
              </a:solidFill>
              <a:effectLst/>
            </a:endParaRPr>
          </a:p>
          <a:p>
            <a:pPr indent="-305435">
              <a:buFontTx/>
              <a:buChar char="-"/>
            </a:pPr>
            <a:endParaRPr lang="nl-NL" sz="180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chemeClr val="tx1"/>
              </a:solidFill>
              <a:effectLst/>
            </a:endParaRPr>
          </a:p>
          <a:p>
            <a:pPr marL="36830" indent="0">
              <a:buNone/>
            </a:pPr>
            <a:endParaRPr lang="en-US" sz="2000" b="1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chemeClr val="tx1"/>
              </a:solidFill>
              <a:effectLst/>
            </a:endParaRPr>
          </a:p>
          <a:p>
            <a:pPr marL="36830" indent="0">
              <a:buNone/>
            </a:pPr>
            <a:endParaRPr lang="en-US" sz="2400" b="1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chemeClr val="tx1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20235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f6dbf8ae135353f5c29376090cf7282">
            <a:hlinkClick r:id="" action="ppaction://media"/>
            <a:extLst>
              <a:ext uri="{FF2B5EF4-FFF2-40B4-BE49-F238E27FC236}">
                <a16:creationId xmlns:a16="http://schemas.microsoft.com/office/drawing/2014/main" id="{6F92FDED-7DE7-4EBC-1698-44E7A7B2BAE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5586413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54774D7-1F15-9E7C-BC4E-2A7303D07870}"/>
              </a:ext>
            </a:extLst>
          </p:cNvPr>
          <p:cNvSpPr txBox="1">
            <a:spLocks/>
          </p:cNvSpPr>
          <p:nvPr/>
        </p:nvSpPr>
        <p:spPr>
          <a:xfrm>
            <a:off x="5952449" y="243840"/>
            <a:ext cx="574597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n-US" sz="4000"/>
              <a:t>Food Tinder app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467E6EC-EC8C-5077-3E0F-4C0F1451E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486638"/>
            <a:ext cx="5171557" cy="4304562"/>
          </a:xfrm>
        </p:spPr>
        <p:txBody>
          <a:bodyPr/>
          <a:lstStyle/>
          <a:p>
            <a:r>
              <a:rPr lang="nl-NL" sz="2000"/>
              <a:t>Niet lekker – Overslaan – Wel lekker</a:t>
            </a:r>
          </a:p>
          <a:p>
            <a:r>
              <a:rPr lang="en-US" sz="2000"/>
              <a:t>Op basis van input </a:t>
            </a:r>
            <a:r>
              <a:rPr lang="en-US" sz="2000" err="1"/>
              <a:t>gerechten</a:t>
            </a:r>
            <a:r>
              <a:rPr lang="en-US" sz="2000"/>
              <a:t> </a:t>
            </a:r>
            <a:r>
              <a:rPr lang="en-US" sz="2000" err="1"/>
              <a:t>aanraden</a:t>
            </a:r>
            <a:endParaRPr lang="en-US" sz="2000"/>
          </a:p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14801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9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FCD7C-A191-EB73-7AA1-913E5470E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 meetings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EDA52-501A-FF18-DA22-D462A6710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z="2400"/>
              <a:t>Allergiën vragen en uit de dataset filteren</a:t>
            </a:r>
          </a:p>
          <a:p>
            <a:r>
              <a:rPr lang="nl-NL" sz="2400"/>
              <a:t>Voorkeur voor eiwit, vet en koolhydraten vragen</a:t>
            </a:r>
          </a:p>
          <a:p>
            <a:r>
              <a:rPr lang="nl-NL" sz="2400"/>
              <a:t>Nadenken over of de input gevolgen heeft voor het volgende gerecht</a:t>
            </a:r>
          </a:p>
          <a:p>
            <a:r>
              <a:rPr lang="en-US" sz="2400" err="1"/>
              <a:t>Kijken</a:t>
            </a:r>
            <a:r>
              <a:rPr lang="en-US" sz="2400"/>
              <a:t> </a:t>
            </a:r>
            <a:r>
              <a:rPr lang="en-US" sz="2400" err="1"/>
              <a:t>welke</a:t>
            </a:r>
            <a:r>
              <a:rPr lang="en-US" sz="2400"/>
              <a:t> data </a:t>
            </a:r>
            <a:r>
              <a:rPr lang="en-US" sz="2400" err="1"/>
              <a:t>nodig</a:t>
            </a:r>
            <a:r>
              <a:rPr lang="en-US" sz="2400"/>
              <a:t> is om de </a:t>
            </a:r>
            <a:r>
              <a:rPr lang="en-US" sz="2400" err="1"/>
              <a:t>onderzoeksvraag</a:t>
            </a:r>
            <a:r>
              <a:rPr lang="en-US" sz="2400"/>
              <a:t> </a:t>
            </a:r>
            <a:r>
              <a:rPr lang="en-US" sz="2400" err="1"/>
              <a:t>te</a:t>
            </a:r>
            <a:r>
              <a:rPr lang="en-US" sz="2400"/>
              <a:t> </a:t>
            </a:r>
            <a:r>
              <a:rPr lang="en-US" sz="2400" err="1"/>
              <a:t>beantwoorden</a:t>
            </a:r>
            <a:br>
              <a:rPr lang="en-US" sz="2400"/>
            </a:br>
            <a:r>
              <a:rPr lang="en-US" sz="2400"/>
              <a:t>+ </a:t>
            </a:r>
            <a:r>
              <a:rPr lang="en-US" sz="2400" err="1"/>
              <a:t>onderzoek</a:t>
            </a:r>
            <a:r>
              <a:rPr lang="en-US" sz="2400"/>
              <a:t> </a:t>
            </a:r>
            <a:r>
              <a:rPr lang="en-US" sz="2400" err="1"/>
              <a:t>doen</a:t>
            </a:r>
            <a:r>
              <a:rPr lang="en-US" sz="2400"/>
              <a:t> </a:t>
            </a:r>
            <a:r>
              <a:rPr lang="en-US" sz="2400" err="1"/>
              <a:t>naar</a:t>
            </a:r>
            <a:r>
              <a:rPr lang="en-US" sz="2400"/>
              <a:t> hoe </a:t>
            </a:r>
            <a:r>
              <a:rPr lang="en-US" sz="2400" err="1"/>
              <a:t>moeilijk</a:t>
            </a:r>
            <a:r>
              <a:rPr lang="en-US" sz="2400"/>
              <a:t> het is om </a:t>
            </a:r>
            <a:r>
              <a:rPr lang="en-US" sz="2400" err="1"/>
              <a:t>deze</a:t>
            </a:r>
            <a:r>
              <a:rPr lang="en-US" sz="2400"/>
              <a:t> data </a:t>
            </a:r>
            <a:r>
              <a:rPr lang="en-US" sz="2400" err="1"/>
              <a:t>te</a:t>
            </a:r>
            <a:r>
              <a:rPr lang="en-US" sz="2400"/>
              <a:t> </a:t>
            </a:r>
            <a:r>
              <a:rPr lang="en-US" sz="2400" err="1"/>
              <a:t>verzamelen</a:t>
            </a:r>
            <a:endParaRPr lang="nl-NL" sz="2400"/>
          </a:p>
        </p:txBody>
      </p:sp>
    </p:spTree>
    <p:extLst>
      <p:ext uri="{BB962C8B-B14F-4D97-AF65-F5344CB8AC3E}">
        <p14:creationId xmlns:p14="http://schemas.microsoft.com/office/powerpoint/2010/main" val="2931180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90DE8B-C5D7-2A3F-F03B-A0C1492E2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Stappenplan </a:t>
            </a:r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471ACBA-D0A9-EF25-C7F9-D0CC83187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-305435"/>
            <a:r>
              <a:rPr lang="nl-NL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Een keuzemenu voor welke keuken</a:t>
            </a:r>
          </a:p>
          <a:p>
            <a:pPr indent="-305435"/>
            <a:r>
              <a:rPr lang="nl-NL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Een keuzemenu uit vlees, kip, vis.....</a:t>
            </a:r>
          </a:p>
          <a:p>
            <a:pPr indent="-305435"/>
            <a:r>
              <a:rPr lang="nl-NL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Een keuze menu voor allergieën</a:t>
            </a:r>
          </a:p>
          <a:p>
            <a:pPr indent="-305435"/>
            <a:r>
              <a:rPr lang="nl-NL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De dataset wordt gefilterd op keuze</a:t>
            </a:r>
          </a:p>
          <a:p>
            <a:pPr indent="-305435"/>
            <a:r>
              <a:rPr lang="nl-NL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Plaatjes worden getoond op basis van de keuze</a:t>
            </a:r>
          </a:p>
          <a:p>
            <a:pPr indent="-305435"/>
            <a:r>
              <a:rPr lang="nl-NL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De volgende plaatje wordt getoond aan de hand van links/rechts </a:t>
            </a:r>
            <a:r>
              <a:rPr lang="nl-NL" err="1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swipen</a:t>
            </a:r>
            <a:r>
              <a:rPr lang="nl-NL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 van de klant</a:t>
            </a:r>
          </a:p>
          <a:p>
            <a:pPr indent="-305435"/>
            <a:r>
              <a:rPr lang="nl-NL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De klant kan zelf stoppen waanneer ie wilt</a:t>
            </a:r>
          </a:p>
          <a:p>
            <a:pPr indent="-305435"/>
            <a:r>
              <a:rPr lang="nl-NL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Er wordt een lijst getoond met de voorkeuren en de bijbehorende recept/ingridienten</a:t>
            </a:r>
          </a:p>
          <a:p>
            <a:pPr indent="-305435"/>
            <a:endParaRPr lang="nl-NL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49781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58C890-E704-F6A4-E9BD-EC81E7973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BB35F6-86A3-E0A6-14D1-DC9148F52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7465" indent="0">
              <a:buNone/>
            </a:pPr>
            <a:r>
              <a:rPr lang="nl-NL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Model Wel lust/niet lust </a:t>
            </a:r>
          </a:p>
          <a:p>
            <a:pPr marL="37465" indent="0">
              <a:buNone/>
            </a:pPr>
            <a:endParaRPr lang="nl-NL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632673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ppt/theme/themeOverride2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244523D227F64AB481912B64883DD3" ma:contentTypeVersion="2" ma:contentTypeDescription="Een nieuw document maken." ma:contentTypeScope="" ma:versionID="cc7bdf58dcbb97eab03c36cc7d620495">
  <xsd:schema xmlns:xsd="http://www.w3.org/2001/XMLSchema" xmlns:xs="http://www.w3.org/2001/XMLSchema" xmlns:p="http://schemas.microsoft.com/office/2006/metadata/properties" xmlns:ns3="a65a20cd-6e29-4b45-967a-de51639c66f7" targetNamespace="http://schemas.microsoft.com/office/2006/metadata/properties" ma:root="true" ma:fieldsID="eb6e93715d4c984a01117a1ac3ae7f11" ns3:_="">
    <xsd:import namespace="a65a20cd-6e29-4b45-967a-de51639c66f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a20cd-6e29-4b45-967a-de51639c66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68A533-0320-4754-91CF-F6EE966E2C09}">
  <ds:schemaRefs>
    <ds:schemaRef ds:uri="a65a20cd-6e29-4b45-967a-de51639c66f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C4C00F4-06E9-43E3-AD97-88A857CEFA82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purl.org/dc/dcmitype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a65a20cd-6e29-4b45-967a-de51639c66f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{032C4640-C791-476D-B7EC-21190DF601F1}tf55705232_win32</Template>
  <TotalTime>0</TotalTime>
  <Words>288</Words>
  <Application>Microsoft Office PowerPoint</Application>
  <PresentationFormat>Breedbeeld</PresentationFormat>
  <Paragraphs>34</Paragraphs>
  <Slides>6</Slides>
  <Notes>2</Notes>
  <HiddenSlides>0</HiddenSlides>
  <MMClips>1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10" baseType="lpstr">
      <vt:lpstr>Calibri</vt:lpstr>
      <vt:lpstr>Goudy Old Style</vt:lpstr>
      <vt:lpstr>Wingdings 2</vt:lpstr>
      <vt:lpstr>SlateVTI</vt:lpstr>
      <vt:lpstr>Foodboost Groep 6</vt:lpstr>
      <vt:lpstr>Hoofd – en deelvragen </vt:lpstr>
      <vt:lpstr>PowerPoint-presentatie</vt:lpstr>
      <vt:lpstr>Feedback meetings</vt:lpstr>
      <vt:lpstr>Stappenplan 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Lorem Ipsum</dc:title>
  <dc:creator>Milan van Oeveren (22135073)</dc:creator>
  <cp:lastModifiedBy>Ilias Hazali (16070690)</cp:lastModifiedBy>
  <cp:revision>2</cp:revision>
  <dcterms:created xsi:type="dcterms:W3CDTF">2022-09-02T09:42:57Z</dcterms:created>
  <dcterms:modified xsi:type="dcterms:W3CDTF">2023-01-24T13:40:26Z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0x010100CD244523D227F64AB481912B64883DD3</vt:lpwstr>
  </property>
</Properties>
</file>