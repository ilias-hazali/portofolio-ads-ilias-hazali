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13"/>
  </p:notesMasterIdLst>
  <p:sldIdLst>
    <p:sldId id="256" r:id="rId2"/>
    <p:sldId id="257" r:id="rId3"/>
    <p:sldId id="269" r:id="rId4"/>
    <p:sldId id="259" r:id="rId5"/>
    <p:sldId id="258" r:id="rId6"/>
    <p:sldId id="271" r:id="rId7"/>
    <p:sldId id="263" r:id="rId8"/>
    <p:sldId id="270" r:id="rId9"/>
    <p:sldId id="266" r:id="rId10"/>
    <p:sldId id="265" r:id="rId11"/>
    <p:sldId id="260" r:id="rId12"/>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B35C1E-04B9-BFB5-DE30-1EBEAE06A3D8}" v="3" dt="2023-01-22T22:58:47.303"/>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ijl, gemiddeld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25E5076-3810-47DD-B79F-674D7AD40C01}" styleName="Stijl, donker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E171933-4619-4E11-9A3F-F7608DF75F80}" styleName="Stijl, gemiddeld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5940675A-B579-460E-94D1-54222C63F5DA}" styleName="Geen stijl, tabel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Stijl, licht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7582" autoAdjust="0"/>
  </p:normalViewPr>
  <p:slideViewPr>
    <p:cSldViewPr snapToGrid="0">
      <p:cViewPr varScale="1">
        <p:scale>
          <a:sx n="74" d="100"/>
          <a:sy n="74" d="100"/>
        </p:scale>
        <p:origin x="135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B42F93-5EB8-47A0-9639-C8A8A3D3F6F7}" type="datetimeFigureOut">
              <a:rPr lang="nl-NL" smtClean="0"/>
              <a:t>24-1-2023</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2DB6EE-67A7-4502-8197-080C5ECA44A8}" type="slidenum">
              <a:rPr lang="nl-NL" smtClean="0"/>
              <a:t>‹nr.›</a:t>
            </a:fld>
            <a:endParaRPr lang="nl-NL"/>
          </a:p>
        </p:txBody>
      </p:sp>
    </p:spTree>
    <p:extLst>
      <p:ext uri="{BB962C8B-B14F-4D97-AF65-F5344CB8AC3E}">
        <p14:creationId xmlns:p14="http://schemas.microsoft.com/office/powerpoint/2010/main" val="18591086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De aanleiding tot dit project is het project </a:t>
            </a:r>
            <a:r>
              <a:rPr lang="nl-NL" dirty="0" err="1"/>
              <a:t>Foodboost</a:t>
            </a:r>
            <a:r>
              <a:rPr lang="nl-NL" dirty="0"/>
              <a:t>. Hierbij willen ze mensen gevarieerder laten eten</a:t>
            </a:r>
          </a:p>
          <a:p>
            <a:endParaRPr lang="nl-NL" dirty="0"/>
          </a:p>
          <a:p>
            <a:r>
              <a:rPr lang="nl-NL" dirty="0"/>
              <a:t>Onze data is afkomstig van de website van de </a:t>
            </a:r>
            <a:r>
              <a:rPr lang="nl-NL" dirty="0" err="1"/>
              <a:t>albert</a:t>
            </a:r>
            <a:r>
              <a:rPr lang="nl-NL" dirty="0"/>
              <a:t> hein. Hier geven ze allemaal recepten weer met daarbij behorende ingrediënten</a:t>
            </a:r>
          </a:p>
          <a:p>
            <a:endParaRPr lang="nl-NL" dirty="0"/>
          </a:p>
          <a:p>
            <a:r>
              <a:rPr lang="nl-NL" dirty="0"/>
              <a:t>Voor ons project hebben wij gebruik gemaakt van de gerechten op de website van de </a:t>
            </a:r>
            <a:r>
              <a:rPr lang="nl-NL" dirty="0" err="1"/>
              <a:t>albert</a:t>
            </a:r>
            <a:r>
              <a:rPr lang="nl-NL" dirty="0"/>
              <a:t> hein met de daarbij behorende ingrediënten.</a:t>
            </a:r>
          </a:p>
        </p:txBody>
      </p:sp>
      <p:sp>
        <p:nvSpPr>
          <p:cNvPr id="4" name="Tijdelijke aanduiding voor dianummer 3"/>
          <p:cNvSpPr>
            <a:spLocks noGrp="1"/>
          </p:cNvSpPr>
          <p:nvPr>
            <p:ph type="sldNum" sz="quarter" idx="5"/>
          </p:nvPr>
        </p:nvSpPr>
        <p:spPr/>
        <p:txBody>
          <a:bodyPr/>
          <a:lstStyle/>
          <a:p>
            <a:fld id="{622DB6EE-67A7-4502-8197-080C5ECA44A8}" type="slidenum">
              <a:rPr lang="nl-NL" smtClean="0"/>
              <a:t>3</a:t>
            </a:fld>
            <a:endParaRPr lang="nl-NL"/>
          </a:p>
        </p:txBody>
      </p:sp>
    </p:spTree>
    <p:extLst>
      <p:ext uri="{BB962C8B-B14F-4D97-AF65-F5344CB8AC3E}">
        <p14:creationId xmlns:p14="http://schemas.microsoft.com/office/powerpoint/2010/main" val="32901472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Om bij te dragen aan het project </a:t>
            </a:r>
            <a:r>
              <a:rPr lang="nl-NL" dirty="0" err="1"/>
              <a:t>Foodboost</a:t>
            </a:r>
            <a:r>
              <a:rPr lang="nl-NL" dirty="0"/>
              <a:t> wilde wij graag een iets opzetten waarop wij gerechten konden aanraden aan personen. Dit helpt mensen namelijk om nieuwe gerechten te leren kennen die ze waarschijnlijk lekker gaan vinden.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Om hier naartoe te werken hebben wij een onderzoeksvraag opgesteld. Deze luidt als volgt: Hoe kan de applicatie de best aansluitende hoofdgerechten aanraden op basis van de voorkeuren van de gebruiker?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endParaRPr lang="nl-NL" dirty="0"/>
          </a:p>
          <a:p>
            <a:endParaRPr lang="nl-NL" dirty="0"/>
          </a:p>
          <a:p>
            <a:endParaRPr lang="nl-NL" dirty="0"/>
          </a:p>
        </p:txBody>
      </p:sp>
      <p:sp>
        <p:nvSpPr>
          <p:cNvPr id="4" name="Tijdelijke aanduiding voor dianummer 3"/>
          <p:cNvSpPr>
            <a:spLocks noGrp="1"/>
          </p:cNvSpPr>
          <p:nvPr>
            <p:ph type="sldNum" sz="quarter" idx="5"/>
          </p:nvPr>
        </p:nvSpPr>
        <p:spPr/>
        <p:txBody>
          <a:bodyPr/>
          <a:lstStyle/>
          <a:p>
            <a:fld id="{622DB6EE-67A7-4502-8197-080C5ECA44A8}" type="slidenum">
              <a:rPr lang="nl-NL" smtClean="0"/>
              <a:t>4</a:t>
            </a:fld>
            <a:endParaRPr lang="nl-NL"/>
          </a:p>
        </p:txBody>
      </p:sp>
    </p:spTree>
    <p:extLst>
      <p:ext uri="{BB962C8B-B14F-4D97-AF65-F5344CB8AC3E}">
        <p14:creationId xmlns:p14="http://schemas.microsoft.com/office/powerpoint/2010/main" val="18706351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Zoals al eerder aangegeven willen wij gerechten gaan aanraden aan mensen. Wij kwamen tot het idee om te gaan “tinderen” naar nieuwe recepten.</a:t>
            </a:r>
          </a:p>
          <a:p>
            <a:endParaRPr lang="nl-NL" dirty="0"/>
          </a:p>
          <a:p>
            <a:r>
              <a:rPr lang="nl-NL" dirty="0"/>
              <a:t>Hierbij was het idee om recepten aan te raden aan de hand van de favoriete keuken die achterhaald wordt aan de hand van opgegeven recepten</a:t>
            </a:r>
          </a:p>
        </p:txBody>
      </p:sp>
      <p:sp>
        <p:nvSpPr>
          <p:cNvPr id="4" name="Tijdelijke aanduiding voor dianummer 3"/>
          <p:cNvSpPr>
            <a:spLocks noGrp="1"/>
          </p:cNvSpPr>
          <p:nvPr>
            <p:ph type="sldNum" sz="quarter" idx="5"/>
          </p:nvPr>
        </p:nvSpPr>
        <p:spPr/>
        <p:txBody>
          <a:bodyPr/>
          <a:lstStyle/>
          <a:p>
            <a:fld id="{622DB6EE-67A7-4502-8197-080C5ECA44A8}" type="slidenum">
              <a:rPr lang="nl-NL" smtClean="0"/>
              <a:t>5</a:t>
            </a:fld>
            <a:endParaRPr lang="nl-NL"/>
          </a:p>
        </p:txBody>
      </p:sp>
    </p:spTree>
    <p:extLst>
      <p:ext uri="{BB962C8B-B14F-4D97-AF65-F5344CB8AC3E}">
        <p14:creationId xmlns:p14="http://schemas.microsoft.com/office/powerpoint/2010/main" val="21174188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Via het tinderen geef je 10 recepten aan die je lekker vindt/ waarschijnlijk lekker vindt. Van elk van de 10 recepten die je aangeeft worden de ingrediënten die hierin zitten opgeslagen, want aan de hand van deze ingrediënten voorspellen wij welke keuken je waarschijnlijk het lekkerste vind.</a:t>
            </a:r>
          </a:p>
        </p:txBody>
      </p:sp>
      <p:sp>
        <p:nvSpPr>
          <p:cNvPr id="4" name="Tijdelijke aanduiding voor dianummer 3"/>
          <p:cNvSpPr>
            <a:spLocks noGrp="1"/>
          </p:cNvSpPr>
          <p:nvPr>
            <p:ph type="sldNum" sz="quarter" idx="5"/>
          </p:nvPr>
        </p:nvSpPr>
        <p:spPr/>
        <p:txBody>
          <a:bodyPr/>
          <a:lstStyle/>
          <a:p>
            <a:fld id="{622DB6EE-67A7-4502-8197-080C5ECA44A8}" type="slidenum">
              <a:rPr lang="nl-NL" smtClean="0"/>
              <a:t>7</a:t>
            </a:fld>
            <a:endParaRPr lang="nl-NL"/>
          </a:p>
        </p:txBody>
      </p:sp>
    </p:spTree>
    <p:extLst>
      <p:ext uri="{BB962C8B-B14F-4D97-AF65-F5344CB8AC3E}">
        <p14:creationId xmlns:p14="http://schemas.microsoft.com/office/powerpoint/2010/main" val="3383733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Aan de hand van je opgegeven gerechten worden de bijbehorende ingrediënten doorgegeven aan een machine </a:t>
            </a:r>
            <a:r>
              <a:rPr lang="nl-NL" dirty="0" err="1"/>
              <a:t>learning</a:t>
            </a:r>
            <a:r>
              <a:rPr lang="nl-NL" dirty="0"/>
              <a:t> model. Een machine </a:t>
            </a:r>
            <a:r>
              <a:rPr lang="nl-NL" dirty="0" err="1"/>
              <a:t>learning</a:t>
            </a:r>
            <a:r>
              <a:rPr lang="nl-NL" dirty="0"/>
              <a:t> model kan aan de hand van data en het aanpassen van zijn instellingen bijgesteld worden om zo goed mogelijk resultaat terug te geven.</a:t>
            </a:r>
          </a:p>
          <a:p>
            <a:endParaRPr lang="nl-NL" dirty="0"/>
          </a:p>
          <a:p>
            <a:r>
              <a:rPr lang="nl-NL" dirty="0"/>
              <a:t>Bij ons model wordt er voorspeld aan de hand van de ingrediënten in de meegegeven recepten welke keuken je waarschijnlijk het lekkerst vindt. Alle keukens die wij voor dit model hebben meegenomen zijn aan de rechterkant weergegeven.</a:t>
            </a:r>
          </a:p>
        </p:txBody>
      </p:sp>
      <p:sp>
        <p:nvSpPr>
          <p:cNvPr id="4" name="Tijdelijke aanduiding voor dianummer 3"/>
          <p:cNvSpPr>
            <a:spLocks noGrp="1"/>
          </p:cNvSpPr>
          <p:nvPr>
            <p:ph type="sldNum" sz="quarter" idx="5"/>
          </p:nvPr>
        </p:nvSpPr>
        <p:spPr/>
        <p:txBody>
          <a:bodyPr/>
          <a:lstStyle/>
          <a:p>
            <a:fld id="{622DB6EE-67A7-4502-8197-080C5ECA44A8}" type="slidenum">
              <a:rPr lang="nl-NL" smtClean="0"/>
              <a:t>8</a:t>
            </a:fld>
            <a:endParaRPr lang="nl-NL"/>
          </a:p>
        </p:txBody>
      </p:sp>
    </p:spTree>
    <p:extLst>
      <p:ext uri="{BB962C8B-B14F-4D97-AF65-F5344CB8AC3E}">
        <p14:creationId xmlns:p14="http://schemas.microsoft.com/office/powerpoint/2010/main" val="3064373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57C3F-0FB2-4B2E-BA6A-FEEEFF1AF7E3}"/>
              </a:ext>
            </a:extLst>
          </p:cNvPr>
          <p:cNvSpPr>
            <a:spLocks noGrp="1"/>
          </p:cNvSpPr>
          <p:nvPr>
            <p:ph type="ctrTitle"/>
          </p:nvPr>
        </p:nvSpPr>
        <p:spPr>
          <a:xfrm>
            <a:off x="2057400" y="685801"/>
            <a:ext cx="8115300" cy="3046228"/>
          </a:xfrm>
        </p:spPr>
        <p:txBody>
          <a:bodyPr anchor="b">
            <a:normAutofit/>
          </a:bodyPr>
          <a:lstStyle>
            <a:lvl1pPr algn="ctr">
              <a:defRPr sz="3600" cap="all" spc="3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08583AE9-1CC1-4572-A6E5-E97F80E47661}"/>
              </a:ext>
            </a:extLst>
          </p:cNvPr>
          <p:cNvSpPr>
            <a:spLocks noGrp="1"/>
          </p:cNvSpPr>
          <p:nvPr>
            <p:ph type="subTitle" idx="1"/>
          </p:nvPr>
        </p:nvSpPr>
        <p:spPr>
          <a:xfrm>
            <a:off x="2057400" y="4114800"/>
            <a:ext cx="8115300" cy="2057400"/>
          </a:xfrm>
        </p:spPr>
        <p:txBody>
          <a:bodyPr/>
          <a:lstStyle>
            <a:lvl1pPr marL="0" indent="0" algn="ctr">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C04DE7C-68AB-403D-B9D8-7398C292C6DA}"/>
              </a:ext>
            </a:extLst>
          </p:cNvPr>
          <p:cNvSpPr>
            <a:spLocks noGrp="1"/>
          </p:cNvSpPr>
          <p:nvPr>
            <p:ph type="dt" sz="half" idx="10"/>
          </p:nvPr>
        </p:nvSpPr>
        <p:spPr/>
        <p:txBody>
          <a:bodyPr/>
          <a:lstStyle/>
          <a:p>
            <a:fld id="{23FEA57E-7C1A-457B-A4CD-5DCEB057B502}" type="datetime1">
              <a:rPr lang="en-US" smtClean="0"/>
              <a:t>1/24/2023</a:t>
            </a:fld>
            <a:endParaRPr lang="en-US" dirty="0"/>
          </a:p>
        </p:txBody>
      </p:sp>
      <p:sp>
        <p:nvSpPr>
          <p:cNvPr id="5" name="Footer Placeholder 4">
            <a:extLst>
              <a:ext uri="{FF2B5EF4-FFF2-40B4-BE49-F238E27FC236}">
                <a16:creationId xmlns:a16="http://schemas.microsoft.com/office/drawing/2014/main" id="{51003E50-6613-4D86-AA22-43B14E7279E9}"/>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03069AB5-A56D-471F-9236-EFA981E2EA03}"/>
              </a:ext>
            </a:extLst>
          </p:cNvPr>
          <p:cNvSpPr>
            <a:spLocks noGrp="1"/>
          </p:cNvSpPr>
          <p:nvPr>
            <p:ph type="sldNum" sz="quarter" idx="12"/>
          </p:nvPr>
        </p:nvSpPr>
        <p:spPr/>
        <p:txBody>
          <a:bodyPr/>
          <a:lstStyle/>
          <a:p>
            <a:fld id="{F8E28480-1C08-4458-AD97-0283E6FFD09D}" type="slidenum">
              <a:rPr lang="en-US" smtClean="0"/>
              <a:t>‹nr.›</a:t>
            </a:fld>
            <a:endParaRPr lang="en-US" dirty="0"/>
          </a:p>
        </p:txBody>
      </p:sp>
    </p:spTree>
    <p:extLst>
      <p:ext uri="{BB962C8B-B14F-4D97-AF65-F5344CB8AC3E}">
        <p14:creationId xmlns:p14="http://schemas.microsoft.com/office/powerpoint/2010/main" val="3982717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9B412-EBAB-4569-B3D9-6B346BF837B2}"/>
              </a:ext>
            </a:extLst>
          </p:cNvPr>
          <p:cNvSpPr>
            <a:spLocks noGrp="1"/>
          </p:cNvSpPr>
          <p:nvPr>
            <p:ph type="title"/>
          </p:nvPr>
        </p:nvSpPr>
        <p:spPr>
          <a:xfrm>
            <a:off x="1371600" y="685800"/>
            <a:ext cx="9486900" cy="1371600"/>
          </a:xfrm>
        </p:spPr>
        <p:txBody>
          <a:bodyPr>
            <a:normAutofit/>
          </a:bodyPr>
          <a:lstStyle>
            <a:lvl1pPr algn="l">
              <a:defRPr sz="3200" cap="all" spc="30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5E7C8AE-B0F4-404F-BCAD-A14C18E50D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8AA9CAD-DAFB-4DE3-9C41-7FD03EA8D8DD}"/>
              </a:ext>
            </a:extLst>
          </p:cNvPr>
          <p:cNvSpPr>
            <a:spLocks noGrp="1"/>
          </p:cNvSpPr>
          <p:nvPr>
            <p:ph type="dt" sz="half" idx="10"/>
          </p:nvPr>
        </p:nvSpPr>
        <p:spPr/>
        <p:txBody>
          <a:bodyPr/>
          <a:lstStyle/>
          <a:p>
            <a:fld id="{201AF2CE-4F37-411C-A3EE-BBBE223265BF}" type="datetime1">
              <a:rPr lang="en-US" smtClean="0"/>
              <a:t>1/24/2023</a:t>
            </a:fld>
            <a:endParaRPr lang="en-US"/>
          </a:p>
        </p:txBody>
      </p:sp>
      <p:sp>
        <p:nvSpPr>
          <p:cNvPr id="5" name="Footer Placeholder 4">
            <a:extLst>
              <a:ext uri="{FF2B5EF4-FFF2-40B4-BE49-F238E27FC236}">
                <a16:creationId xmlns:a16="http://schemas.microsoft.com/office/drawing/2014/main" id="{8FCE3137-8136-46C5-AC2F-49E5F55E4C73}"/>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F1AB6EF-A0B1-4706-AE44-253A6B182D48}"/>
              </a:ext>
            </a:extLst>
          </p:cNvPr>
          <p:cNvSpPr>
            <a:spLocks noGrp="1"/>
          </p:cNvSpPr>
          <p:nvPr>
            <p:ph type="sldNum" sz="quarter" idx="12"/>
          </p:nvPr>
        </p:nvSpPr>
        <p:spPr/>
        <p:txBody>
          <a:bodyPr/>
          <a:lstStyle/>
          <a:p>
            <a:fld id="{F8E28480-1C08-4458-AD97-0283E6FFD09D}" type="slidenum">
              <a:rPr lang="en-US" smtClean="0"/>
              <a:t>‹nr.›</a:t>
            </a:fld>
            <a:endParaRPr lang="en-US"/>
          </a:p>
        </p:txBody>
      </p:sp>
    </p:spTree>
    <p:extLst>
      <p:ext uri="{BB962C8B-B14F-4D97-AF65-F5344CB8AC3E}">
        <p14:creationId xmlns:p14="http://schemas.microsoft.com/office/powerpoint/2010/main" val="172463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02F68-BF19-468D-B422-54B6D189FA58}"/>
              </a:ext>
            </a:extLst>
          </p:cNvPr>
          <p:cNvSpPr>
            <a:spLocks noGrp="1"/>
          </p:cNvSpPr>
          <p:nvPr>
            <p:ph type="title"/>
          </p:nvPr>
        </p:nvSpPr>
        <p:spPr>
          <a:xfrm>
            <a:off x="831850" y="1709738"/>
            <a:ext cx="10515600" cy="2774071"/>
          </a:xfrm>
        </p:spPr>
        <p:txBody>
          <a:bodyPr anchor="b">
            <a:normAutofit/>
          </a:bodyPr>
          <a:lstStyle>
            <a:lvl1pPr algn="ct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BCBF7D7-84D4-4A39-B44E-9B029EEB1FE8}"/>
              </a:ext>
            </a:extLst>
          </p:cNvPr>
          <p:cNvSpPr>
            <a:spLocks noGrp="1"/>
          </p:cNvSpPr>
          <p:nvPr>
            <p:ph type="body" idx="1"/>
          </p:nvPr>
        </p:nvSpPr>
        <p:spPr>
          <a:xfrm>
            <a:off x="831850" y="4641624"/>
            <a:ext cx="10515600" cy="1448026"/>
          </a:xfrm>
        </p:spPr>
        <p:txBody>
          <a:bodyPr/>
          <a:lstStyle>
            <a:lvl1pPr marL="0" indent="0" algn="ctr">
              <a:buNone/>
              <a:defRPr sz="2400" i="1">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E29709-D243-41E8-89FA-62FA7AEB52E1}"/>
              </a:ext>
            </a:extLst>
          </p:cNvPr>
          <p:cNvSpPr>
            <a:spLocks noGrp="1"/>
          </p:cNvSpPr>
          <p:nvPr>
            <p:ph type="dt" sz="half" idx="10"/>
          </p:nvPr>
        </p:nvSpPr>
        <p:spPr/>
        <p:txBody>
          <a:bodyPr/>
          <a:lstStyle/>
          <a:p>
            <a:fld id="{C96083D4-708C-4BB5-B4FD-30CE9FA12FD5}" type="datetime1">
              <a:rPr lang="en-US" smtClean="0"/>
              <a:t>1/24/2023</a:t>
            </a:fld>
            <a:endParaRPr lang="en-US"/>
          </a:p>
        </p:txBody>
      </p:sp>
      <p:sp>
        <p:nvSpPr>
          <p:cNvPr id="5" name="Footer Placeholder 4">
            <a:extLst>
              <a:ext uri="{FF2B5EF4-FFF2-40B4-BE49-F238E27FC236}">
                <a16:creationId xmlns:a16="http://schemas.microsoft.com/office/drawing/2014/main" id="{5AAB99C0-DC2A-4133-A10D-D43A1E05BB1A}"/>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98122EFD-A17E-47F5-8AC9-EFD6D813DBE7}"/>
              </a:ext>
            </a:extLst>
          </p:cNvPr>
          <p:cNvSpPr>
            <a:spLocks noGrp="1"/>
          </p:cNvSpPr>
          <p:nvPr>
            <p:ph type="sldNum" sz="quarter" idx="12"/>
          </p:nvPr>
        </p:nvSpPr>
        <p:spPr/>
        <p:txBody>
          <a:bodyPr/>
          <a:lstStyle/>
          <a:p>
            <a:fld id="{F8E28480-1C08-4458-AD97-0283E6FFD09D}" type="slidenum">
              <a:rPr lang="en-US" smtClean="0"/>
              <a:t>‹nr.›</a:t>
            </a:fld>
            <a:endParaRPr lang="en-US"/>
          </a:p>
        </p:txBody>
      </p:sp>
    </p:spTree>
    <p:extLst>
      <p:ext uri="{BB962C8B-B14F-4D97-AF65-F5344CB8AC3E}">
        <p14:creationId xmlns:p14="http://schemas.microsoft.com/office/powerpoint/2010/main" val="943622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C668D-BFBE-4765-A294-8303931B57C9}"/>
              </a:ext>
            </a:extLst>
          </p:cNvPr>
          <p:cNvSpPr>
            <a:spLocks noGrp="1"/>
          </p:cNvSpPr>
          <p:nvPr>
            <p:ph type="title"/>
          </p:nvPr>
        </p:nvSpPr>
        <p:spPr>
          <a:xfrm>
            <a:off x="1346071" y="566278"/>
            <a:ext cx="9512429" cy="965458"/>
          </a:xfrm>
        </p:spPr>
        <p:txBody>
          <a:bodyPr/>
          <a:lstStyle>
            <a:lvl1pPr algn="ctr">
              <a:defRPr cap="all" spc="30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B3C212-F55F-4D0D-BFA7-F00A33CAA196}"/>
              </a:ext>
            </a:extLst>
          </p:cNvPr>
          <p:cNvSpPr>
            <a:spLocks noGrp="1"/>
          </p:cNvSpPr>
          <p:nvPr>
            <p:ph sz="half" idx="1"/>
          </p:nvPr>
        </p:nvSpPr>
        <p:spPr>
          <a:xfrm>
            <a:off x="909758" y="2057400"/>
            <a:ext cx="5031521"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154BDD7-2575-4E82-887D-DCAF9EB15924}"/>
              </a:ext>
            </a:extLst>
          </p:cNvPr>
          <p:cNvSpPr>
            <a:spLocks noGrp="1"/>
          </p:cNvSpPr>
          <p:nvPr>
            <p:ph sz="half" idx="2"/>
          </p:nvPr>
        </p:nvSpPr>
        <p:spPr>
          <a:xfrm>
            <a:off x="6265408" y="2057401"/>
            <a:ext cx="5016834" cy="4119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CAECC8-3C3A-4A5D-AB7A-1F99E5023D3F}"/>
              </a:ext>
            </a:extLst>
          </p:cNvPr>
          <p:cNvSpPr>
            <a:spLocks noGrp="1"/>
          </p:cNvSpPr>
          <p:nvPr>
            <p:ph type="dt" sz="half" idx="10"/>
          </p:nvPr>
        </p:nvSpPr>
        <p:spPr/>
        <p:txBody>
          <a:bodyPr/>
          <a:lstStyle/>
          <a:p>
            <a:fld id="{D0D239B2-65BC-4C2A-A62B-3EABFE9590E4}" type="datetime1">
              <a:rPr lang="en-US" smtClean="0"/>
              <a:t>1/24/2023</a:t>
            </a:fld>
            <a:endParaRPr lang="en-US"/>
          </a:p>
        </p:txBody>
      </p:sp>
      <p:sp>
        <p:nvSpPr>
          <p:cNvPr id="6" name="Footer Placeholder 5">
            <a:extLst>
              <a:ext uri="{FF2B5EF4-FFF2-40B4-BE49-F238E27FC236}">
                <a16:creationId xmlns:a16="http://schemas.microsoft.com/office/drawing/2014/main" id="{4447609B-ACA4-4323-9340-C7DB166D7A50}"/>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77409EA3-C5C7-4AC6-956A-DB9A3B4F3142}"/>
              </a:ext>
            </a:extLst>
          </p:cNvPr>
          <p:cNvSpPr>
            <a:spLocks noGrp="1"/>
          </p:cNvSpPr>
          <p:nvPr>
            <p:ph type="sldNum" sz="quarter" idx="12"/>
          </p:nvPr>
        </p:nvSpPr>
        <p:spPr/>
        <p:txBody>
          <a:bodyPr/>
          <a:lstStyle/>
          <a:p>
            <a:fld id="{F8E28480-1C08-4458-AD97-0283E6FFD09D}" type="slidenum">
              <a:rPr lang="en-US" smtClean="0"/>
              <a:t>‹nr.›</a:t>
            </a:fld>
            <a:endParaRPr lang="en-US"/>
          </a:p>
        </p:txBody>
      </p:sp>
    </p:spTree>
    <p:extLst>
      <p:ext uri="{BB962C8B-B14F-4D97-AF65-F5344CB8AC3E}">
        <p14:creationId xmlns:p14="http://schemas.microsoft.com/office/powerpoint/2010/main" val="3087607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0CDE0-7431-4F05-AA47-F10EB46C9608}"/>
              </a:ext>
            </a:extLst>
          </p:cNvPr>
          <p:cNvSpPr>
            <a:spLocks noGrp="1"/>
          </p:cNvSpPr>
          <p:nvPr>
            <p:ph type="title"/>
          </p:nvPr>
        </p:nvSpPr>
        <p:spPr>
          <a:xfrm>
            <a:off x="839788" y="365126"/>
            <a:ext cx="10276552" cy="1149350"/>
          </a:xfrm>
        </p:spPr>
        <p:txBody>
          <a:bodyPr>
            <a:normAutofit/>
          </a:bodyPr>
          <a:lstStyle>
            <a:lvl1pPr algn="ctr">
              <a:defRPr sz="3200" cap="all" spc="3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6D9FFA7-D3EA-4CB8-A471-94235AD62592}"/>
              </a:ext>
            </a:extLst>
          </p:cNvPr>
          <p:cNvSpPr>
            <a:spLocks noGrp="1"/>
          </p:cNvSpPr>
          <p:nvPr>
            <p:ph type="body" idx="1"/>
          </p:nvPr>
        </p:nvSpPr>
        <p:spPr>
          <a:xfrm>
            <a:off x="839788" y="1681163"/>
            <a:ext cx="5157787" cy="823912"/>
          </a:xfrm>
        </p:spPr>
        <p:txBody>
          <a:bodyPr anchor="b"/>
          <a:lstStyle>
            <a:lvl1pPr marL="0" indent="0">
              <a:buNone/>
              <a:defRPr sz="2400" b="1"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5360D2-88E8-43C8-92D1-67AB23BBE2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5C768F6-20A1-47A1-90FE-903135EEFD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555EC1-268F-4324-A003-3608AA0D84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55C8E4-FCB8-4E06-9C43-0ACD949A73D4}"/>
              </a:ext>
            </a:extLst>
          </p:cNvPr>
          <p:cNvSpPr>
            <a:spLocks noGrp="1"/>
          </p:cNvSpPr>
          <p:nvPr>
            <p:ph type="dt" sz="half" idx="10"/>
          </p:nvPr>
        </p:nvSpPr>
        <p:spPr/>
        <p:txBody>
          <a:bodyPr/>
          <a:lstStyle/>
          <a:p>
            <a:fld id="{85E05F5A-E4A3-476F-A89E-C2B73F2431E4}" type="datetime1">
              <a:rPr lang="en-US" smtClean="0"/>
              <a:t>1/24/2023</a:t>
            </a:fld>
            <a:endParaRPr lang="en-US"/>
          </a:p>
        </p:txBody>
      </p:sp>
      <p:sp>
        <p:nvSpPr>
          <p:cNvPr id="8" name="Footer Placeholder 7">
            <a:extLst>
              <a:ext uri="{FF2B5EF4-FFF2-40B4-BE49-F238E27FC236}">
                <a16:creationId xmlns:a16="http://schemas.microsoft.com/office/drawing/2014/main" id="{8B01C005-C973-4D82-942A-334F1D431A04}"/>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AAFB6186-6570-4DE8-8603-70B0A51DFE9C}"/>
              </a:ext>
            </a:extLst>
          </p:cNvPr>
          <p:cNvSpPr>
            <a:spLocks noGrp="1"/>
          </p:cNvSpPr>
          <p:nvPr>
            <p:ph type="sldNum" sz="quarter" idx="12"/>
          </p:nvPr>
        </p:nvSpPr>
        <p:spPr/>
        <p:txBody>
          <a:bodyPr/>
          <a:lstStyle/>
          <a:p>
            <a:fld id="{F8E28480-1C08-4458-AD97-0283E6FFD09D}" type="slidenum">
              <a:rPr lang="en-US" smtClean="0"/>
              <a:t>‹nr.›</a:t>
            </a:fld>
            <a:endParaRPr lang="en-US"/>
          </a:p>
        </p:txBody>
      </p:sp>
    </p:spTree>
    <p:extLst>
      <p:ext uri="{BB962C8B-B14F-4D97-AF65-F5344CB8AC3E}">
        <p14:creationId xmlns:p14="http://schemas.microsoft.com/office/powerpoint/2010/main" val="3857613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5ADD3-88C8-4B01-8CC6-808C0E416054}"/>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02634E6A-1390-4101-B78E-7592313407D7}"/>
              </a:ext>
            </a:extLst>
          </p:cNvPr>
          <p:cNvSpPr>
            <a:spLocks noGrp="1"/>
          </p:cNvSpPr>
          <p:nvPr>
            <p:ph type="dt" sz="half" idx="10"/>
          </p:nvPr>
        </p:nvSpPr>
        <p:spPr/>
        <p:txBody>
          <a:bodyPr/>
          <a:lstStyle/>
          <a:p>
            <a:fld id="{E3761515-4A26-4F31-9F61-5A10B1FABBFC}" type="datetime1">
              <a:rPr lang="en-US" smtClean="0"/>
              <a:t>1/24/2023</a:t>
            </a:fld>
            <a:endParaRPr lang="en-US"/>
          </a:p>
        </p:txBody>
      </p:sp>
      <p:sp>
        <p:nvSpPr>
          <p:cNvPr id="4" name="Footer Placeholder 3">
            <a:extLst>
              <a:ext uri="{FF2B5EF4-FFF2-40B4-BE49-F238E27FC236}">
                <a16:creationId xmlns:a16="http://schemas.microsoft.com/office/drawing/2014/main" id="{88BC7B90-4C99-4653-872A-3572A02DAE9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3B03516-4D31-49D2-9488-33C734A7A4F6}"/>
              </a:ext>
            </a:extLst>
          </p:cNvPr>
          <p:cNvSpPr>
            <a:spLocks noGrp="1"/>
          </p:cNvSpPr>
          <p:nvPr>
            <p:ph type="sldNum" sz="quarter" idx="12"/>
          </p:nvPr>
        </p:nvSpPr>
        <p:spPr/>
        <p:txBody>
          <a:bodyPr/>
          <a:lstStyle/>
          <a:p>
            <a:fld id="{F8E28480-1C08-4458-AD97-0283E6FFD09D}" type="slidenum">
              <a:rPr lang="en-US" smtClean="0"/>
              <a:t>‹nr.›</a:t>
            </a:fld>
            <a:endParaRPr lang="en-US"/>
          </a:p>
        </p:txBody>
      </p:sp>
    </p:spTree>
    <p:extLst>
      <p:ext uri="{BB962C8B-B14F-4D97-AF65-F5344CB8AC3E}">
        <p14:creationId xmlns:p14="http://schemas.microsoft.com/office/powerpoint/2010/main" val="2774842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0D8488-CF25-431B-A87A-AAF141BD0BBB}"/>
              </a:ext>
            </a:extLst>
          </p:cNvPr>
          <p:cNvSpPr>
            <a:spLocks noGrp="1"/>
          </p:cNvSpPr>
          <p:nvPr>
            <p:ph type="dt" sz="half" idx="10"/>
          </p:nvPr>
        </p:nvSpPr>
        <p:spPr/>
        <p:txBody>
          <a:bodyPr/>
          <a:lstStyle/>
          <a:p>
            <a:fld id="{4A75DC65-7D1F-4BAB-9695-F7E734143E14}" type="datetime1">
              <a:rPr lang="en-US" smtClean="0"/>
              <a:t>1/24/2023</a:t>
            </a:fld>
            <a:endParaRPr lang="en-US"/>
          </a:p>
        </p:txBody>
      </p:sp>
      <p:sp>
        <p:nvSpPr>
          <p:cNvPr id="3" name="Footer Placeholder 2">
            <a:extLst>
              <a:ext uri="{FF2B5EF4-FFF2-40B4-BE49-F238E27FC236}">
                <a16:creationId xmlns:a16="http://schemas.microsoft.com/office/drawing/2014/main" id="{8A2F58E5-C92D-4C64-B867-0576B1EADD06}"/>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89216797-ABEC-4FE0-AFDE-36107B96710D}"/>
              </a:ext>
            </a:extLst>
          </p:cNvPr>
          <p:cNvSpPr>
            <a:spLocks noGrp="1"/>
          </p:cNvSpPr>
          <p:nvPr>
            <p:ph type="sldNum" sz="quarter" idx="12"/>
          </p:nvPr>
        </p:nvSpPr>
        <p:spPr/>
        <p:txBody>
          <a:bodyPr/>
          <a:lstStyle/>
          <a:p>
            <a:fld id="{F8E28480-1C08-4458-AD97-0283E6FFD09D}" type="slidenum">
              <a:rPr lang="en-US" smtClean="0"/>
              <a:t>‹nr.›</a:t>
            </a:fld>
            <a:endParaRPr lang="en-US"/>
          </a:p>
        </p:txBody>
      </p:sp>
    </p:spTree>
    <p:extLst>
      <p:ext uri="{BB962C8B-B14F-4D97-AF65-F5344CB8AC3E}">
        <p14:creationId xmlns:p14="http://schemas.microsoft.com/office/powerpoint/2010/main" val="1852270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8F2B0-990D-418E-9D10-2464E98669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881131-AFFD-4339-9F30-D408B5105C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A7C47F4-7968-4698-8BD3-A583099FAA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12BC6F-3996-4B2B-B8F2-DD3A82CCF76B}"/>
              </a:ext>
            </a:extLst>
          </p:cNvPr>
          <p:cNvSpPr>
            <a:spLocks noGrp="1"/>
          </p:cNvSpPr>
          <p:nvPr>
            <p:ph type="dt" sz="half" idx="10"/>
          </p:nvPr>
        </p:nvSpPr>
        <p:spPr/>
        <p:txBody>
          <a:bodyPr/>
          <a:lstStyle/>
          <a:p>
            <a:fld id="{7E624077-BD55-4036-8E92-6558FDF3B653}" type="datetime1">
              <a:rPr lang="en-US" smtClean="0"/>
              <a:t>1/24/2023</a:t>
            </a:fld>
            <a:endParaRPr lang="en-US"/>
          </a:p>
        </p:txBody>
      </p:sp>
      <p:sp>
        <p:nvSpPr>
          <p:cNvPr id="6" name="Footer Placeholder 5">
            <a:extLst>
              <a:ext uri="{FF2B5EF4-FFF2-40B4-BE49-F238E27FC236}">
                <a16:creationId xmlns:a16="http://schemas.microsoft.com/office/drawing/2014/main" id="{EA832E66-581A-4CF2-A40A-4E24FAAC4AE4}"/>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E83B1C89-C625-4618-81A2-FB34E4DA0712}"/>
              </a:ext>
            </a:extLst>
          </p:cNvPr>
          <p:cNvSpPr>
            <a:spLocks noGrp="1"/>
          </p:cNvSpPr>
          <p:nvPr>
            <p:ph type="sldNum" sz="quarter" idx="12"/>
          </p:nvPr>
        </p:nvSpPr>
        <p:spPr/>
        <p:txBody>
          <a:bodyPr/>
          <a:lstStyle/>
          <a:p>
            <a:fld id="{F8E28480-1C08-4458-AD97-0283E6FFD09D}" type="slidenum">
              <a:rPr lang="en-US" smtClean="0"/>
              <a:t>‹nr.›</a:t>
            </a:fld>
            <a:endParaRPr lang="en-US"/>
          </a:p>
        </p:txBody>
      </p:sp>
    </p:spTree>
    <p:extLst>
      <p:ext uri="{BB962C8B-B14F-4D97-AF65-F5344CB8AC3E}">
        <p14:creationId xmlns:p14="http://schemas.microsoft.com/office/powerpoint/2010/main" val="1507804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1486F-443A-4F2D-AB1F-8B1F4C4DE7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3A21213-E7FB-406A-B8CD-735AAC7AD0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4F41A03-500E-49F7-8D99-A1EAFE4D34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91523D-69E9-4EAE-A610-B3A237B75842}"/>
              </a:ext>
            </a:extLst>
          </p:cNvPr>
          <p:cNvSpPr>
            <a:spLocks noGrp="1"/>
          </p:cNvSpPr>
          <p:nvPr>
            <p:ph type="dt" sz="half" idx="10"/>
          </p:nvPr>
        </p:nvSpPr>
        <p:spPr/>
        <p:txBody>
          <a:bodyPr/>
          <a:lstStyle/>
          <a:p>
            <a:fld id="{804225F2-7107-4609-BCC2-77C63064A5E8}" type="datetime1">
              <a:rPr lang="en-US" smtClean="0"/>
              <a:t>1/24/2023</a:t>
            </a:fld>
            <a:endParaRPr lang="en-US"/>
          </a:p>
        </p:txBody>
      </p:sp>
      <p:sp>
        <p:nvSpPr>
          <p:cNvPr id="6" name="Footer Placeholder 5">
            <a:extLst>
              <a:ext uri="{FF2B5EF4-FFF2-40B4-BE49-F238E27FC236}">
                <a16:creationId xmlns:a16="http://schemas.microsoft.com/office/drawing/2014/main" id="{4EDB852F-4134-4AB5-BA87-483B1E1ADD2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34C5CB-918E-4A09-8222-D36E37B63C02}"/>
              </a:ext>
            </a:extLst>
          </p:cNvPr>
          <p:cNvSpPr>
            <a:spLocks noGrp="1"/>
          </p:cNvSpPr>
          <p:nvPr>
            <p:ph type="sldNum" sz="quarter" idx="12"/>
          </p:nvPr>
        </p:nvSpPr>
        <p:spPr/>
        <p:txBody>
          <a:bodyPr/>
          <a:lstStyle/>
          <a:p>
            <a:fld id="{F8E28480-1C08-4458-AD97-0283E6FFD09D}" type="slidenum">
              <a:rPr lang="en-US" smtClean="0"/>
              <a:t>‹nr.›</a:t>
            </a:fld>
            <a:endParaRPr lang="en-US"/>
          </a:p>
        </p:txBody>
      </p:sp>
    </p:spTree>
    <p:extLst>
      <p:ext uri="{BB962C8B-B14F-4D97-AF65-F5344CB8AC3E}">
        <p14:creationId xmlns:p14="http://schemas.microsoft.com/office/powerpoint/2010/main" val="2217119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2744C-12E6-455B-B646-2EA92DE0E9A2}"/>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7D71C4D-C062-4EEE-9A9A-31ADCC5C87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944DC97-C26E-407A-9E29-68C52D547BDA}"/>
              </a:ext>
            </a:extLst>
          </p:cNvPr>
          <p:cNvSpPr>
            <a:spLocks noGrp="1"/>
          </p:cNvSpPr>
          <p:nvPr>
            <p:ph type="dt" sz="half" idx="10"/>
          </p:nvPr>
        </p:nvSpPr>
        <p:spPr/>
        <p:txBody>
          <a:bodyPr/>
          <a:lstStyle/>
          <a:p>
            <a:fld id="{11789749-A4CD-447F-8298-2B7988C91CEA}" type="datetime1">
              <a:rPr lang="en-US" smtClean="0"/>
              <a:t>1/24/2023</a:t>
            </a:fld>
            <a:endParaRPr lang="en-US"/>
          </a:p>
        </p:txBody>
      </p:sp>
      <p:sp>
        <p:nvSpPr>
          <p:cNvPr id="5" name="Footer Placeholder 4">
            <a:extLst>
              <a:ext uri="{FF2B5EF4-FFF2-40B4-BE49-F238E27FC236}">
                <a16:creationId xmlns:a16="http://schemas.microsoft.com/office/drawing/2014/main" id="{E72E9353-B771-47FF-975E-72337414E0ED}"/>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1EA5A858-B8B2-4364-A7D0-B2E8FAE0ADD4}"/>
              </a:ext>
            </a:extLst>
          </p:cNvPr>
          <p:cNvSpPr>
            <a:spLocks noGrp="1"/>
          </p:cNvSpPr>
          <p:nvPr>
            <p:ph type="sldNum" sz="quarter" idx="12"/>
          </p:nvPr>
        </p:nvSpPr>
        <p:spPr/>
        <p:txBody>
          <a:bodyPr/>
          <a:lstStyle/>
          <a:p>
            <a:fld id="{F8E28480-1C08-4458-AD97-0283E6FFD09D}" type="slidenum">
              <a:rPr lang="en-US" smtClean="0"/>
              <a:t>‹nr.›</a:t>
            </a:fld>
            <a:endParaRPr lang="en-US"/>
          </a:p>
        </p:txBody>
      </p:sp>
    </p:spTree>
    <p:extLst>
      <p:ext uri="{BB962C8B-B14F-4D97-AF65-F5344CB8AC3E}">
        <p14:creationId xmlns:p14="http://schemas.microsoft.com/office/powerpoint/2010/main" val="496818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A6BABE-D80C-4F54-A03C-E1F9EBCA832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9285191-EF5B-48BE-AB5D-B7BA4C3D09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FA387A-1231-4FE3-8574-D4331A3432D2}"/>
              </a:ext>
            </a:extLst>
          </p:cNvPr>
          <p:cNvSpPr>
            <a:spLocks noGrp="1"/>
          </p:cNvSpPr>
          <p:nvPr>
            <p:ph type="dt" sz="half" idx="10"/>
          </p:nvPr>
        </p:nvSpPr>
        <p:spPr/>
        <p:txBody>
          <a:bodyPr/>
          <a:lstStyle/>
          <a:p>
            <a:fld id="{BA0444D3-C0BA-4587-A56C-581AB9F841BE}" type="datetime1">
              <a:rPr lang="en-US" smtClean="0"/>
              <a:t>1/24/2023</a:t>
            </a:fld>
            <a:endParaRPr lang="en-US"/>
          </a:p>
        </p:txBody>
      </p:sp>
      <p:sp>
        <p:nvSpPr>
          <p:cNvPr id="5" name="Footer Placeholder 4">
            <a:extLst>
              <a:ext uri="{FF2B5EF4-FFF2-40B4-BE49-F238E27FC236}">
                <a16:creationId xmlns:a16="http://schemas.microsoft.com/office/drawing/2014/main" id="{02F21559-4901-4AD3-ABE7-DF0235457312}"/>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D8F6C18E-B751-4E7B-9CD8-1BF44DAB80F4}"/>
              </a:ext>
            </a:extLst>
          </p:cNvPr>
          <p:cNvSpPr>
            <a:spLocks noGrp="1"/>
          </p:cNvSpPr>
          <p:nvPr>
            <p:ph type="sldNum" sz="quarter" idx="12"/>
          </p:nvPr>
        </p:nvSpPr>
        <p:spPr/>
        <p:txBody>
          <a:bodyPr/>
          <a:lstStyle/>
          <a:p>
            <a:fld id="{F8E28480-1C08-4458-AD97-0283E6FFD09D}" type="slidenum">
              <a:rPr lang="en-US" smtClean="0"/>
              <a:t>‹nr.›</a:t>
            </a:fld>
            <a:endParaRPr lang="en-US"/>
          </a:p>
        </p:txBody>
      </p:sp>
    </p:spTree>
    <p:extLst>
      <p:ext uri="{BB962C8B-B14F-4D97-AF65-F5344CB8AC3E}">
        <p14:creationId xmlns:p14="http://schemas.microsoft.com/office/powerpoint/2010/main" val="3014594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AA0686-7BAC-45C0-BA30-0D0CBCE5CE63}"/>
              </a:ext>
            </a:extLst>
          </p:cNvPr>
          <p:cNvSpPr>
            <a:spLocks noGrp="1"/>
          </p:cNvSpPr>
          <p:nvPr>
            <p:ph type="title"/>
          </p:nvPr>
        </p:nvSpPr>
        <p:spPr>
          <a:xfrm>
            <a:off x="1371600" y="685800"/>
            <a:ext cx="9486900" cy="137160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34202DE-82CD-407D-8C68-174B0CBB57F7}"/>
              </a:ext>
            </a:extLst>
          </p:cNvPr>
          <p:cNvSpPr>
            <a:spLocks noGrp="1"/>
          </p:cNvSpPr>
          <p:nvPr>
            <p:ph type="body" idx="1"/>
          </p:nvPr>
        </p:nvSpPr>
        <p:spPr>
          <a:xfrm>
            <a:off x="1371599" y="2254103"/>
            <a:ext cx="9486901" cy="39180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554AC9D-6E1B-46D3-959F-A068A1EDBDBA}"/>
              </a:ext>
            </a:extLst>
          </p:cNvPr>
          <p:cNvSpPr>
            <a:spLocks noGrp="1"/>
          </p:cNvSpPr>
          <p:nvPr>
            <p:ph type="dt" sz="half" idx="2"/>
          </p:nvPr>
        </p:nvSpPr>
        <p:spPr>
          <a:xfrm rot="5400000">
            <a:off x="9800022" y="3223751"/>
            <a:ext cx="4114801" cy="410501"/>
          </a:xfrm>
          <a:prstGeom prst="rect">
            <a:avLst/>
          </a:prstGeom>
        </p:spPr>
        <p:txBody>
          <a:bodyPr vert="horz" lIns="91440" tIns="45720" rIns="91440" bIns="45720" rtlCol="0" anchor="ctr"/>
          <a:lstStyle>
            <a:lvl1pPr algn="ctr">
              <a:defRPr sz="900" cap="all" spc="300" baseline="0">
                <a:solidFill>
                  <a:schemeClr val="tx2">
                    <a:lumMod val="75000"/>
                    <a:lumOff val="25000"/>
                  </a:schemeClr>
                </a:solidFill>
                <a:latin typeface="+mn-lt"/>
              </a:defRPr>
            </a:lvl1pPr>
          </a:lstStyle>
          <a:p>
            <a:fld id="{D3FE42E8-8B57-452D-A122-4DCE9AC771EF}" type="datetime1">
              <a:rPr lang="en-US" smtClean="0"/>
              <a:t>1/24/2023</a:t>
            </a:fld>
            <a:endParaRPr lang="en-US"/>
          </a:p>
        </p:txBody>
      </p:sp>
      <p:sp>
        <p:nvSpPr>
          <p:cNvPr id="5" name="Footer Placeholder 4">
            <a:extLst>
              <a:ext uri="{FF2B5EF4-FFF2-40B4-BE49-F238E27FC236}">
                <a16:creationId xmlns:a16="http://schemas.microsoft.com/office/drawing/2014/main" id="{A5FC0015-9EFB-40F8-BC00-AC2483D60905}"/>
              </a:ext>
            </a:extLst>
          </p:cNvPr>
          <p:cNvSpPr>
            <a:spLocks noGrp="1"/>
          </p:cNvSpPr>
          <p:nvPr>
            <p:ph type="ftr" sz="quarter" idx="3"/>
          </p:nvPr>
        </p:nvSpPr>
        <p:spPr>
          <a:xfrm rot="5400000">
            <a:off x="-1708136" y="3223750"/>
            <a:ext cx="4114800" cy="410501"/>
          </a:xfrm>
          <a:prstGeom prst="rect">
            <a:avLst/>
          </a:prstGeom>
        </p:spPr>
        <p:txBody>
          <a:bodyPr vert="horz" lIns="91440" tIns="45720" rIns="91440" bIns="45720" rtlCol="0" anchor="ctr"/>
          <a:lstStyle>
            <a:lvl1pPr algn="ctr">
              <a:defRPr sz="900" cap="all" spc="300" baseline="0">
                <a:solidFill>
                  <a:schemeClr val="tx2">
                    <a:lumMod val="75000"/>
                    <a:lumOff val="25000"/>
                  </a:schemeClr>
                </a:solidFill>
                <a:latin typeface="+mn-lt"/>
              </a:defRPr>
            </a:lvl1pPr>
          </a:lstStyle>
          <a:p>
            <a:r>
              <a:rPr lang="en-US" dirty="0"/>
              <a:t>Sample Footer Text</a:t>
            </a:r>
          </a:p>
        </p:txBody>
      </p:sp>
      <p:sp>
        <p:nvSpPr>
          <p:cNvPr id="6" name="Slide Number Placeholder 5">
            <a:extLst>
              <a:ext uri="{FF2B5EF4-FFF2-40B4-BE49-F238E27FC236}">
                <a16:creationId xmlns:a16="http://schemas.microsoft.com/office/drawing/2014/main" id="{E572C732-0E3E-49E0-A72E-D4C08CB4455A}"/>
              </a:ext>
            </a:extLst>
          </p:cNvPr>
          <p:cNvSpPr>
            <a:spLocks noGrp="1"/>
          </p:cNvSpPr>
          <p:nvPr>
            <p:ph type="sldNum" sz="quarter" idx="4"/>
          </p:nvPr>
        </p:nvSpPr>
        <p:spPr>
          <a:xfrm>
            <a:off x="11116340" y="6356350"/>
            <a:ext cx="871868" cy="365125"/>
          </a:xfrm>
          <a:prstGeom prst="rect">
            <a:avLst/>
          </a:prstGeom>
        </p:spPr>
        <p:txBody>
          <a:bodyPr vert="horz" lIns="91440" tIns="45720" rIns="91440" bIns="45720" rtlCol="0" anchor="ctr"/>
          <a:lstStyle>
            <a:lvl1pPr algn="r">
              <a:defRPr sz="900" spc="300">
                <a:solidFill>
                  <a:schemeClr val="tx2">
                    <a:lumMod val="75000"/>
                    <a:lumOff val="25000"/>
                  </a:schemeClr>
                </a:solidFill>
                <a:latin typeface="+mn-lt"/>
              </a:defRPr>
            </a:lvl1pPr>
          </a:lstStyle>
          <a:p>
            <a:fld id="{F8E28480-1C08-4458-AD97-0283E6FFD09D}" type="slidenum">
              <a:rPr lang="en-US" smtClean="0"/>
              <a:pPr/>
              <a:t>‹nr.›</a:t>
            </a:fld>
            <a:endParaRPr lang="en-US"/>
          </a:p>
        </p:txBody>
      </p:sp>
    </p:spTree>
    <p:extLst>
      <p:ext uri="{BB962C8B-B14F-4D97-AF65-F5344CB8AC3E}">
        <p14:creationId xmlns:p14="http://schemas.microsoft.com/office/powerpoint/2010/main" val="1046035256"/>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05" r:id="rId6"/>
    <p:sldLayoutId id="2147483701" r:id="rId7"/>
    <p:sldLayoutId id="2147483702" r:id="rId8"/>
    <p:sldLayoutId id="2147483703" r:id="rId9"/>
    <p:sldLayoutId id="2147483704" r:id="rId10"/>
    <p:sldLayoutId id="2147483706" r:id="rId11"/>
  </p:sldLayoutIdLst>
  <p:hf sldNum="0" hdr="0" ftr="0" dt="0"/>
  <p:txStyles>
    <p:titleStyle>
      <a:lvl1pPr algn="l" defTabSz="914400" rtl="0" eaLnBrk="1" latinLnBrk="0" hangingPunct="1">
        <a:lnSpc>
          <a:spcPct val="90000"/>
        </a:lnSpc>
        <a:spcBef>
          <a:spcPct val="0"/>
        </a:spcBef>
        <a:buNone/>
        <a:defRPr sz="36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70000"/>
        <a:buFont typeface="Arial" panose="020B0604020202020204" pitchFamily="34" charset="0"/>
        <a:buChar char="•"/>
        <a:defRPr sz="2400" kern="1200">
          <a:solidFill>
            <a:schemeClr val="tx2"/>
          </a:solidFill>
          <a:latin typeface="+mj-lt"/>
          <a:ea typeface="+mn-ea"/>
          <a:cs typeface="+mn-cs"/>
        </a:defRPr>
      </a:lvl1pPr>
      <a:lvl2pPr marL="685800" indent="-228600" algn="l" defTabSz="914400" rtl="0" eaLnBrk="1" latinLnBrk="0" hangingPunct="1">
        <a:lnSpc>
          <a:spcPct val="100000"/>
        </a:lnSpc>
        <a:spcBef>
          <a:spcPts val="500"/>
        </a:spcBef>
        <a:buSzPct val="70000"/>
        <a:buFont typeface="Arial" panose="020B0604020202020204" pitchFamily="34" charset="0"/>
        <a:buChar char="•"/>
        <a:defRPr sz="2000" kern="1200">
          <a:solidFill>
            <a:schemeClr val="tx2"/>
          </a:solidFill>
          <a:latin typeface="+mj-lt"/>
          <a:ea typeface="+mn-ea"/>
          <a:cs typeface="+mn-cs"/>
        </a:defRPr>
      </a:lvl2pPr>
      <a:lvl3pPr marL="1143000" indent="-228600" algn="l" defTabSz="914400" rtl="0" eaLnBrk="1" latinLnBrk="0" hangingPunct="1">
        <a:lnSpc>
          <a:spcPct val="100000"/>
        </a:lnSpc>
        <a:spcBef>
          <a:spcPts val="500"/>
        </a:spcBef>
        <a:buSzPct val="70000"/>
        <a:buFont typeface="Arial" panose="020B0604020202020204" pitchFamily="34" charset="0"/>
        <a:buChar char="•"/>
        <a:defRPr sz="1800" kern="1200">
          <a:solidFill>
            <a:schemeClr val="tx2"/>
          </a:solidFill>
          <a:latin typeface="+mj-lt"/>
          <a:ea typeface="+mn-ea"/>
          <a:cs typeface="+mn-cs"/>
        </a:defRPr>
      </a:lvl3pPr>
      <a:lvl4pPr marL="1600200" indent="-228600" algn="l" defTabSz="914400" rtl="0" eaLnBrk="1" latinLnBrk="0" hangingPunct="1">
        <a:lnSpc>
          <a:spcPct val="100000"/>
        </a:lnSpc>
        <a:spcBef>
          <a:spcPts val="500"/>
        </a:spcBef>
        <a:buSzPct val="70000"/>
        <a:buFont typeface="Arial" panose="020B0604020202020204" pitchFamily="34" charset="0"/>
        <a:buChar char="•"/>
        <a:defRPr sz="1600" kern="1200">
          <a:solidFill>
            <a:schemeClr val="tx2"/>
          </a:solidFill>
          <a:latin typeface="+mj-lt"/>
          <a:ea typeface="+mn-ea"/>
          <a:cs typeface="+mn-cs"/>
        </a:defRPr>
      </a:lvl4pPr>
      <a:lvl5pPr marL="2057400" indent="-228600" algn="l" defTabSz="914400" rtl="0" eaLnBrk="1" latinLnBrk="0" hangingPunct="1">
        <a:lnSpc>
          <a:spcPct val="100000"/>
        </a:lnSpc>
        <a:spcBef>
          <a:spcPts val="500"/>
        </a:spcBef>
        <a:buSzPct val="70000"/>
        <a:buFont typeface="Arial" panose="020B0604020202020204" pitchFamily="34" charset="0"/>
        <a:buChar char="•"/>
        <a:defRPr sz="16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8">
            <a:extLst>
              <a:ext uri="{FF2B5EF4-FFF2-40B4-BE49-F238E27FC236}">
                <a16:creationId xmlns:a16="http://schemas.microsoft.com/office/drawing/2014/main" id="{591C9781-1BFB-4400-A1AC-1BEAE67287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10">
            <a:extLst>
              <a:ext uri="{FF2B5EF4-FFF2-40B4-BE49-F238E27FC236}">
                <a16:creationId xmlns:a16="http://schemas.microsoft.com/office/drawing/2014/main" id="{CAB32CAD-5F08-4EE4-B80D-A9E62A650F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6781800" cy="54864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A0E9991D-EE21-2480-8213-90EBCE984CA4}"/>
              </a:ext>
            </a:extLst>
          </p:cNvPr>
          <p:cNvSpPr>
            <a:spLocks noGrp="1"/>
          </p:cNvSpPr>
          <p:nvPr>
            <p:ph type="ctrTitle"/>
          </p:nvPr>
        </p:nvSpPr>
        <p:spPr>
          <a:xfrm>
            <a:off x="1637552" y="1371599"/>
            <a:ext cx="5020236" cy="2360429"/>
          </a:xfrm>
        </p:spPr>
        <p:txBody>
          <a:bodyPr>
            <a:normAutofit/>
          </a:bodyPr>
          <a:lstStyle/>
          <a:p>
            <a:r>
              <a:rPr lang="nl-NL" dirty="0">
                <a:solidFill>
                  <a:schemeClr val="bg2"/>
                </a:solidFill>
              </a:rPr>
              <a:t>Project </a:t>
            </a:r>
            <a:r>
              <a:rPr lang="nl-NL" dirty="0" err="1">
                <a:solidFill>
                  <a:schemeClr val="bg2"/>
                </a:solidFill>
              </a:rPr>
              <a:t>Foodboost</a:t>
            </a:r>
            <a:br>
              <a:rPr lang="nl-NL" dirty="0">
                <a:solidFill>
                  <a:schemeClr val="bg2"/>
                </a:solidFill>
              </a:rPr>
            </a:br>
            <a:r>
              <a:rPr lang="nl-NL" dirty="0">
                <a:solidFill>
                  <a:schemeClr val="bg2"/>
                </a:solidFill>
              </a:rPr>
              <a:t>groep 6</a:t>
            </a:r>
          </a:p>
        </p:txBody>
      </p:sp>
      <p:sp>
        <p:nvSpPr>
          <p:cNvPr id="3" name="Ondertitel 2">
            <a:extLst>
              <a:ext uri="{FF2B5EF4-FFF2-40B4-BE49-F238E27FC236}">
                <a16:creationId xmlns:a16="http://schemas.microsoft.com/office/drawing/2014/main" id="{E4F6A83B-E76E-D21B-E69F-1106B6BFE85E}"/>
              </a:ext>
            </a:extLst>
          </p:cNvPr>
          <p:cNvSpPr>
            <a:spLocks noGrp="1"/>
          </p:cNvSpPr>
          <p:nvPr>
            <p:ph type="subTitle" idx="1"/>
          </p:nvPr>
        </p:nvSpPr>
        <p:spPr>
          <a:xfrm>
            <a:off x="1371600" y="4114800"/>
            <a:ext cx="5410200" cy="1371601"/>
          </a:xfrm>
        </p:spPr>
        <p:txBody>
          <a:bodyPr>
            <a:normAutofit/>
          </a:bodyPr>
          <a:lstStyle/>
          <a:p>
            <a:r>
              <a:rPr lang="nl-NL" dirty="0">
                <a:solidFill>
                  <a:schemeClr val="bg1"/>
                </a:solidFill>
              </a:rPr>
              <a:t>Anass, Bram, Brian, Ilias, Jurriaan, Milan</a:t>
            </a:r>
          </a:p>
        </p:txBody>
      </p:sp>
      <p:pic>
        <p:nvPicPr>
          <p:cNvPr id="74" name="Picture 3" descr="Abstracte achtergrond van rook">
            <a:extLst>
              <a:ext uri="{FF2B5EF4-FFF2-40B4-BE49-F238E27FC236}">
                <a16:creationId xmlns:a16="http://schemas.microsoft.com/office/drawing/2014/main" id="{FE2772F1-E9FB-796D-6DD4-7D35EA9EE29A}"/>
              </a:ext>
            </a:extLst>
          </p:cNvPr>
          <p:cNvPicPr>
            <a:picLocks noChangeAspect="1"/>
          </p:cNvPicPr>
          <p:nvPr/>
        </p:nvPicPr>
        <p:blipFill rotWithShape="1">
          <a:blip r:embed="rId2"/>
          <a:srcRect l="26998" r="33841"/>
          <a:stretch/>
        </p:blipFill>
        <p:spPr>
          <a:xfrm>
            <a:off x="8153401" y="10"/>
            <a:ext cx="4038600" cy="6857990"/>
          </a:xfrm>
          <a:prstGeom prst="rect">
            <a:avLst/>
          </a:prstGeom>
        </p:spPr>
      </p:pic>
    </p:spTree>
    <p:extLst>
      <p:ext uri="{BB962C8B-B14F-4D97-AF65-F5344CB8AC3E}">
        <p14:creationId xmlns:p14="http://schemas.microsoft.com/office/powerpoint/2010/main" val="771664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CD8B3932-DC96-E362-CD48-69307ECC23D2}"/>
              </a:ext>
            </a:extLst>
          </p:cNvPr>
          <p:cNvSpPr>
            <a:spLocks noGrp="1"/>
          </p:cNvSpPr>
          <p:nvPr>
            <p:ph type="title"/>
          </p:nvPr>
        </p:nvSpPr>
        <p:spPr>
          <a:xfrm>
            <a:off x="1371599" y="1010097"/>
            <a:ext cx="9486901" cy="1010088"/>
          </a:xfrm>
        </p:spPr>
        <p:txBody>
          <a:bodyPr anchor="b">
            <a:normAutofit/>
          </a:bodyPr>
          <a:lstStyle/>
          <a:p>
            <a:pPr algn="ctr"/>
            <a:r>
              <a:rPr lang="nl-NL" dirty="0"/>
              <a:t>Inhoudsopgave</a:t>
            </a:r>
          </a:p>
        </p:txBody>
      </p:sp>
      <p:sp>
        <p:nvSpPr>
          <p:cNvPr id="3" name="Tijdelijke aanduiding voor inhoud 2">
            <a:extLst>
              <a:ext uri="{FF2B5EF4-FFF2-40B4-BE49-F238E27FC236}">
                <a16:creationId xmlns:a16="http://schemas.microsoft.com/office/drawing/2014/main" id="{05E606D2-31A2-A814-8D59-2F217D6353C2}"/>
              </a:ext>
            </a:extLst>
          </p:cNvPr>
          <p:cNvSpPr>
            <a:spLocks noGrp="1"/>
          </p:cNvSpPr>
          <p:nvPr>
            <p:ph idx="1"/>
          </p:nvPr>
        </p:nvSpPr>
        <p:spPr>
          <a:xfrm>
            <a:off x="1371600" y="2206257"/>
            <a:ext cx="9486901" cy="3540642"/>
          </a:xfrm>
        </p:spPr>
        <p:txBody>
          <a:bodyPr>
            <a:normAutofit/>
          </a:bodyPr>
          <a:lstStyle/>
          <a:p>
            <a:r>
              <a:rPr lang="nl-NL" dirty="0"/>
              <a:t>De basis van ons project</a:t>
            </a:r>
          </a:p>
          <a:p>
            <a:r>
              <a:rPr lang="nl-NL" dirty="0"/>
              <a:t>Onze onderzoeksvraag</a:t>
            </a:r>
          </a:p>
          <a:p>
            <a:r>
              <a:rPr lang="nl-NL" dirty="0"/>
              <a:t>Projectidee</a:t>
            </a:r>
          </a:p>
          <a:p>
            <a:r>
              <a:rPr lang="nl-NL" dirty="0"/>
              <a:t>Verzameling van gebruikersgegevens</a:t>
            </a:r>
          </a:p>
          <a:p>
            <a:r>
              <a:rPr lang="nl-NL" dirty="0"/>
              <a:t>Voorspellen van je favoriete keuken</a:t>
            </a:r>
          </a:p>
          <a:p>
            <a:r>
              <a:rPr lang="nl-NL" dirty="0"/>
              <a:t>Aanbeveling van gerechten </a:t>
            </a:r>
          </a:p>
          <a:p>
            <a:r>
              <a:rPr lang="nl-NL" dirty="0"/>
              <a:t>Demo eindproduct</a:t>
            </a:r>
          </a:p>
        </p:txBody>
      </p:sp>
    </p:spTree>
    <p:extLst>
      <p:ext uri="{BB962C8B-B14F-4D97-AF65-F5344CB8AC3E}">
        <p14:creationId xmlns:p14="http://schemas.microsoft.com/office/powerpoint/2010/main" val="28020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EE0B0277-CFE1-D277-286F-211817E71C5F}"/>
              </a:ext>
            </a:extLst>
          </p:cNvPr>
          <p:cNvSpPr>
            <a:spLocks noGrp="1"/>
          </p:cNvSpPr>
          <p:nvPr>
            <p:ph type="title"/>
          </p:nvPr>
        </p:nvSpPr>
        <p:spPr>
          <a:xfrm>
            <a:off x="1371599" y="1010097"/>
            <a:ext cx="9486901" cy="1010088"/>
          </a:xfrm>
        </p:spPr>
        <p:txBody>
          <a:bodyPr anchor="b">
            <a:normAutofit/>
          </a:bodyPr>
          <a:lstStyle/>
          <a:p>
            <a:pPr algn="ctr"/>
            <a:r>
              <a:rPr lang="nl-NL" dirty="0"/>
              <a:t>De basis van ons project</a:t>
            </a:r>
          </a:p>
        </p:txBody>
      </p:sp>
      <p:sp>
        <p:nvSpPr>
          <p:cNvPr id="3" name="Tijdelijke aanduiding voor inhoud 2">
            <a:extLst>
              <a:ext uri="{FF2B5EF4-FFF2-40B4-BE49-F238E27FC236}">
                <a16:creationId xmlns:a16="http://schemas.microsoft.com/office/drawing/2014/main" id="{4FAE16AF-1C02-5E51-2E86-16F6CDB437C7}"/>
              </a:ext>
            </a:extLst>
          </p:cNvPr>
          <p:cNvSpPr>
            <a:spLocks noGrp="1"/>
          </p:cNvSpPr>
          <p:nvPr>
            <p:ph idx="1"/>
          </p:nvPr>
        </p:nvSpPr>
        <p:spPr>
          <a:xfrm>
            <a:off x="1371600" y="2206257"/>
            <a:ext cx="9486901" cy="3540642"/>
          </a:xfrm>
        </p:spPr>
        <p:txBody>
          <a:bodyPr>
            <a:normAutofit/>
          </a:bodyPr>
          <a:lstStyle/>
          <a:p>
            <a:r>
              <a:rPr lang="nl-NL" dirty="0"/>
              <a:t>Project </a:t>
            </a:r>
            <a:r>
              <a:rPr lang="nl-NL" dirty="0" err="1"/>
              <a:t>Foodboost</a:t>
            </a:r>
            <a:endParaRPr lang="nl-NL" dirty="0"/>
          </a:p>
          <a:p>
            <a:endParaRPr lang="nl-NL" dirty="0"/>
          </a:p>
          <a:p>
            <a:r>
              <a:rPr lang="nl-NL" dirty="0"/>
              <a:t>Gerechten van website AH</a:t>
            </a:r>
          </a:p>
          <a:p>
            <a:endParaRPr lang="nl-NL" dirty="0"/>
          </a:p>
          <a:p>
            <a:r>
              <a:rPr lang="nl-NL" dirty="0"/>
              <a:t>Gerechten met de bijbehorende ingrediënten</a:t>
            </a:r>
          </a:p>
        </p:txBody>
      </p:sp>
    </p:spTree>
    <p:extLst>
      <p:ext uri="{BB962C8B-B14F-4D97-AF65-F5344CB8AC3E}">
        <p14:creationId xmlns:p14="http://schemas.microsoft.com/office/powerpoint/2010/main" val="1203787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7250AAE9-9128-D57E-A607-9688A94E3489}"/>
              </a:ext>
            </a:extLst>
          </p:cNvPr>
          <p:cNvSpPr>
            <a:spLocks noGrp="1"/>
          </p:cNvSpPr>
          <p:nvPr>
            <p:ph type="title"/>
          </p:nvPr>
        </p:nvSpPr>
        <p:spPr>
          <a:xfrm>
            <a:off x="1371599" y="1010097"/>
            <a:ext cx="9486901" cy="1010088"/>
          </a:xfrm>
        </p:spPr>
        <p:txBody>
          <a:bodyPr anchor="b">
            <a:normAutofit/>
          </a:bodyPr>
          <a:lstStyle/>
          <a:p>
            <a:pPr algn="ctr"/>
            <a:r>
              <a:rPr lang="nl-NL" dirty="0"/>
              <a:t>Onderzoeksvraag</a:t>
            </a:r>
            <a:br>
              <a:rPr lang="nl-NL" dirty="0"/>
            </a:br>
            <a:endParaRPr lang="nl-NL" dirty="0"/>
          </a:p>
        </p:txBody>
      </p:sp>
      <p:sp>
        <p:nvSpPr>
          <p:cNvPr id="3" name="Tijdelijke aanduiding voor inhoud 2">
            <a:extLst>
              <a:ext uri="{FF2B5EF4-FFF2-40B4-BE49-F238E27FC236}">
                <a16:creationId xmlns:a16="http://schemas.microsoft.com/office/drawing/2014/main" id="{6B0704AC-80FE-9BC8-309C-15F46641FC4C}"/>
              </a:ext>
            </a:extLst>
          </p:cNvPr>
          <p:cNvSpPr>
            <a:spLocks noGrp="1"/>
          </p:cNvSpPr>
          <p:nvPr>
            <p:ph idx="1"/>
          </p:nvPr>
        </p:nvSpPr>
        <p:spPr>
          <a:xfrm>
            <a:off x="1371600" y="2206257"/>
            <a:ext cx="9486901" cy="3540642"/>
          </a:xfrm>
        </p:spPr>
        <p:txBody>
          <a:bodyPr>
            <a:normAutofit/>
          </a:bodyPr>
          <a:lstStyle/>
          <a:p>
            <a:r>
              <a:rPr lang="nl-NL" b="1" dirty="0"/>
              <a:t>Redenering achter ons onderzoek</a:t>
            </a:r>
          </a:p>
          <a:p>
            <a:endParaRPr lang="nl-NL" b="1" dirty="0"/>
          </a:p>
          <a:p>
            <a:endParaRPr lang="nl-NL" b="1" dirty="0"/>
          </a:p>
          <a:p>
            <a:r>
              <a:rPr lang="nl-NL" b="1" dirty="0"/>
              <a:t>Onderzoeksvraag</a:t>
            </a:r>
          </a:p>
          <a:p>
            <a:pPr lvl="1"/>
            <a:r>
              <a:rPr lang="nl-NL" dirty="0"/>
              <a:t>Hoe kan de applicatie de best aansluitende hoofdgerechten aanraden op basis van de voorkeuren van de gebruiker ?</a:t>
            </a:r>
          </a:p>
          <a:p>
            <a:endParaRPr lang="nl-NL" dirty="0"/>
          </a:p>
          <a:p>
            <a:pPr marL="457200" lvl="1" indent="0">
              <a:buNone/>
            </a:pPr>
            <a:endParaRPr lang="nl-NL" dirty="0"/>
          </a:p>
        </p:txBody>
      </p:sp>
    </p:spTree>
    <p:extLst>
      <p:ext uri="{BB962C8B-B14F-4D97-AF65-F5344CB8AC3E}">
        <p14:creationId xmlns:p14="http://schemas.microsoft.com/office/powerpoint/2010/main" val="268251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8385EDBB-6236-00AE-26AB-90AD99FD7056}"/>
              </a:ext>
            </a:extLst>
          </p:cNvPr>
          <p:cNvSpPr>
            <a:spLocks noGrp="1"/>
          </p:cNvSpPr>
          <p:nvPr>
            <p:ph type="title"/>
          </p:nvPr>
        </p:nvSpPr>
        <p:spPr>
          <a:xfrm>
            <a:off x="1371599" y="1010097"/>
            <a:ext cx="9486901" cy="1010088"/>
          </a:xfrm>
        </p:spPr>
        <p:txBody>
          <a:bodyPr anchor="b">
            <a:normAutofit/>
          </a:bodyPr>
          <a:lstStyle/>
          <a:p>
            <a:pPr algn="ctr"/>
            <a:r>
              <a:rPr lang="nl-NL" dirty="0"/>
              <a:t>Projectidee</a:t>
            </a:r>
            <a:br>
              <a:rPr lang="nl-NL" dirty="0"/>
            </a:br>
            <a:endParaRPr lang="nl-NL" dirty="0"/>
          </a:p>
        </p:txBody>
      </p:sp>
      <p:sp>
        <p:nvSpPr>
          <p:cNvPr id="3" name="Tijdelijke aanduiding voor inhoud 2">
            <a:extLst>
              <a:ext uri="{FF2B5EF4-FFF2-40B4-BE49-F238E27FC236}">
                <a16:creationId xmlns:a16="http://schemas.microsoft.com/office/drawing/2014/main" id="{7B537015-1407-440D-79F9-381367441654}"/>
              </a:ext>
            </a:extLst>
          </p:cNvPr>
          <p:cNvSpPr>
            <a:spLocks noGrp="1"/>
          </p:cNvSpPr>
          <p:nvPr>
            <p:ph idx="1"/>
          </p:nvPr>
        </p:nvSpPr>
        <p:spPr>
          <a:xfrm>
            <a:off x="1371600" y="2206257"/>
            <a:ext cx="9486901" cy="3540642"/>
          </a:xfrm>
        </p:spPr>
        <p:txBody>
          <a:bodyPr>
            <a:normAutofit/>
          </a:bodyPr>
          <a:lstStyle/>
          <a:p>
            <a:r>
              <a:rPr lang="nl-NL" dirty="0"/>
              <a:t>Aanraden van een gerecht</a:t>
            </a:r>
          </a:p>
          <a:p>
            <a:endParaRPr lang="nl-NL" dirty="0"/>
          </a:p>
          <a:p>
            <a:r>
              <a:rPr lang="nl-NL" dirty="0"/>
              <a:t>Tinder voor gerechten</a:t>
            </a:r>
          </a:p>
          <a:p>
            <a:endParaRPr lang="nl-NL" dirty="0"/>
          </a:p>
          <a:p>
            <a:r>
              <a:rPr lang="nl-NL" dirty="0"/>
              <a:t>Op basis van je favoriete keuken</a:t>
            </a:r>
          </a:p>
        </p:txBody>
      </p:sp>
      <p:pic>
        <p:nvPicPr>
          <p:cNvPr id="3074" name="Picture 2">
            <a:extLst>
              <a:ext uri="{FF2B5EF4-FFF2-40B4-BE49-F238E27FC236}">
                <a16:creationId xmlns:a16="http://schemas.microsoft.com/office/drawing/2014/main" id="{A74C7766-76D6-89D2-A20D-14935709E0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0671" y="1412648"/>
            <a:ext cx="3925529" cy="4759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1390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37B4EADB-638A-BB46-27C7-3BE69FB37A7D}"/>
              </a:ext>
            </a:extLst>
          </p:cNvPr>
          <p:cNvSpPr>
            <a:spLocks noGrp="1"/>
          </p:cNvSpPr>
          <p:nvPr>
            <p:ph type="title"/>
          </p:nvPr>
        </p:nvSpPr>
        <p:spPr>
          <a:xfrm>
            <a:off x="1371599" y="1010097"/>
            <a:ext cx="9486901" cy="1010088"/>
          </a:xfrm>
        </p:spPr>
        <p:txBody>
          <a:bodyPr anchor="b">
            <a:normAutofit/>
          </a:bodyPr>
          <a:lstStyle/>
          <a:p>
            <a:pPr algn="ctr"/>
            <a:r>
              <a:rPr lang="nl-NL" dirty="0"/>
              <a:t>Test Data</a:t>
            </a:r>
          </a:p>
        </p:txBody>
      </p:sp>
      <p:sp>
        <p:nvSpPr>
          <p:cNvPr id="3" name="Tijdelijke aanduiding voor inhoud 2">
            <a:extLst>
              <a:ext uri="{FF2B5EF4-FFF2-40B4-BE49-F238E27FC236}">
                <a16:creationId xmlns:a16="http://schemas.microsoft.com/office/drawing/2014/main" id="{0314EE2E-EA4B-EB7A-DAAF-17EF6BA96282}"/>
              </a:ext>
            </a:extLst>
          </p:cNvPr>
          <p:cNvSpPr>
            <a:spLocks noGrp="1"/>
          </p:cNvSpPr>
          <p:nvPr>
            <p:ph idx="1"/>
          </p:nvPr>
        </p:nvSpPr>
        <p:spPr>
          <a:xfrm>
            <a:off x="1371600" y="2206257"/>
            <a:ext cx="9486901" cy="3540642"/>
          </a:xfrm>
        </p:spPr>
        <p:txBody>
          <a:bodyPr>
            <a:normAutofit/>
          </a:bodyPr>
          <a:lstStyle/>
          <a:p>
            <a:r>
              <a:rPr lang="nl-NL" dirty="0"/>
              <a:t>Simuleren van favoriete recepten</a:t>
            </a:r>
          </a:p>
          <a:p>
            <a:endParaRPr lang="nl-NL" dirty="0"/>
          </a:p>
          <a:p>
            <a:r>
              <a:rPr lang="nl-NL" dirty="0"/>
              <a:t>Op basis van een keuken</a:t>
            </a:r>
          </a:p>
          <a:p>
            <a:endParaRPr lang="nl-NL" dirty="0"/>
          </a:p>
          <a:p>
            <a:r>
              <a:rPr lang="nl-NL" dirty="0"/>
              <a:t>Aan de hand van 10 gerechten</a:t>
            </a:r>
          </a:p>
          <a:p>
            <a:endParaRPr lang="nl-NL" dirty="0"/>
          </a:p>
          <a:p>
            <a:endParaRPr lang="nl-NL" dirty="0"/>
          </a:p>
        </p:txBody>
      </p:sp>
    </p:spTree>
    <p:extLst>
      <p:ext uri="{BB962C8B-B14F-4D97-AF65-F5344CB8AC3E}">
        <p14:creationId xmlns:p14="http://schemas.microsoft.com/office/powerpoint/2010/main" val="863109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7250AAE9-9128-D57E-A607-9688A94E3489}"/>
              </a:ext>
            </a:extLst>
          </p:cNvPr>
          <p:cNvSpPr>
            <a:spLocks noGrp="1"/>
          </p:cNvSpPr>
          <p:nvPr>
            <p:ph type="title"/>
          </p:nvPr>
        </p:nvSpPr>
        <p:spPr>
          <a:xfrm>
            <a:off x="1371600" y="1358313"/>
            <a:ext cx="9486901" cy="1010088"/>
          </a:xfrm>
        </p:spPr>
        <p:txBody>
          <a:bodyPr anchor="b">
            <a:noAutofit/>
          </a:bodyPr>
          <a:lstStyle/>
          <a:p>
            <a:pPr algn="ctr"/>
            <a:r>
              <a:rPr lang="nl-NL" dirty="0"/>
              <a:t>Verzameling van gebruikersgegevens</a:t>
            </a:r>
            <a:br>
              <a:rPr lang="nl-NL" dirty="0"/>
            </a:br>
            <a:endParaRPr lang="nl-NL" dirty="0"/>
          </a:p>
        </p:txBody>
      </p:sp>
      <p:sp>
        <p:nvSpPr>
          <p:cNvPr id="3" name="Tijdelijke aanduiding voor inhoud 2">
            <a:extLst>
              <a:ext uri="{FF2B5EF4-FFF2-40B4-BE49-F238E27FC236}">
                <a16:creationId xmlns:a16="http://schemas.microsoft.com/office/drawing/2014/main" id="{6B0704AC-80FE-9BC8-309C-15F46641FC4C}"/>
              </a:ext>
            </a:extLst>
          </p:cNvPr>
          <p:cNvSpPr>
            <a:spLocks noGrp="1"/>
          </p:cNvSpPr>
          <p:nvPr>
            <p:ph idx="1"/>
          </p:nvPr>
        </p:nvSpPr>
        <p:spPr>
          <a:xfrm>
            <a:off x="1371600" y="2206257"/>
            <a:ext cx="9486901" cy="3540642"/>
          </a:xfrm>
        </p:spPr>
        <p:txBody>
          <a:bodyPr>
            <a:normAutofit/>
          </a:bodyPr>
          <a:lstStyle/>
          <a:p>
            <a:r>
              <a:rPr lang="nl-NL" dirty="0"/>
              <a:t>Tinderen</a:t>
            </a:r>
          </a:p>
          <a:p>
            <a:endParaRPr lang="nl-NL" dirty="0"/>
          </a:p>
          <a:p>
            <a:r>
              <a:rPr lang="nl-NL" dirty="0"/>
              <a:t>Tien favoriete recepten</a:t>
            </a:r>
          </a:p>
          <a:p>
            <a:endParaRPr lang="nl-NL" dirty="0"/>
          </a:p>
          <a:p>
            <a:r>
              <a:rPr lang="nl-NL" dirty="0"/>
              <a:t>Lijst met ingrediënten opgeslagen in een bestand</a:t>
            </a:r>
          </a:p>
          <a:p>
            <a:endParaRPr lang="nl-NL" dirty="0"/>
          </a:p>
          <a:p>
            <a:r>
              <a:rPr lang="nl-NL" dirty="0"/>
              <a:t>Op basis van de ingrediënten kan een voorspelling gedaan worden.</a:t>
            </a:r>
          </a:p>
        </p:txBody>
      </p:sp>
    </p:spTree>
    <p:extLst>
      <p:ext uri="{BB962C8B-B14F-4D97-AF65-F5344CB8AC3E}">
        <p14:creationId xmlns:p14="http://schemas.microsoft.com/office/powerpoint/2010/main" val="827513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48F64D79-5936-009A-9338-B3FE50F9C1DB}"/>
              </a:ext>
            </a:extLst>
          </p:cNvPr>
          <p:cNvSpPr>
            <a:spLocks noGrp="1"/>
          </p:cNvSpPr>
          <p:nvPr>
            <p:ph type="title"/>
          </p:nvPr>
        </p:nvSpPr>
        <p:spPr>
          <a:xfrm>
            <a:off x="1371599" y="1010097"/>
            <a:ext cx="9486901" cy="1010088"/>
          </a:xfrm>
        </p:spPr>
        <p:txBody>
          <a:bodyPr anchor="b">
            <a:normAutofit/>
          </a:bodyPr>
          <a:lstStyle/>
          <a:p>
            <a:pPr algn="ctr"/>
            <a:r>
              <a:rPr lang="nl-NL" dirty="0"/>
              <a:t>Voorspellen van je favoriete keuken</a:t>
            </a:r>
          </a:p>
        </p:txBody>
      </p:sp>
      <p:sp>
        <p:nvSpPr>
          <p:cNvPr id="3" name="Tijdelijke aanduiding voor inhoud 2">
            <a:extLst>
              <a:ext uri="{FF2B5EF4-FFF2-40B4-BE49-F238E27FC236}">
                <a16:creationId xmlns:a16="http://schemas.microsoft.com/office/drawing/2014/main" id="{1157AF60-FE84-05ED-0EDF-B733801EF749}"/>
              </a:ext>
            </a:extLst>
          </p:cNvPr>
          <p:cNvSpPr>
            <a:spLocks noGrp="1"/>
          </p:cNvSpPr>
          <p:nvPr>
            <p:ph idx="1"/>
          </p:nvPr>
        </p:nvSpPr>
        <p:spPr>
          <a:xfrm>
            <a:off x="1371600" y="2206257"/>
            <a:ext cx="9486901" cy="3540642"/>
          </a:xfrm>
        </p:spPr>
        <p:txBody>
          <a:bodyPr>
            <a:normAutofit/>
          </a:bodyPr>
          <a:lstStyle/>
          <a:p>
            <a:r>
              <a:rPr lang="nl-NL" dirty="0"/>
              <a:t>Op basis van je favoriete gerechten</a:t>
            </a:r>
          </a:p>
          <a:p>
            <a:endParaRPr lang="nl-NL" dirty="0"/>
          </a:p>
          <a:p>
            <a:r>
              <a:rPr lang="nl-NL" dirty="0"/>
              <a:t>Analyse van de bijbehorende ingrediënten</a:t>
            </a:r>
          </a:p>
        </p:txBody>
      </p:sp>
      <p:graphicFrame>
        <p:nvGraphicFramePr>
          <p:cNvPr id="4" name="Tabel 4">
            <a:extLst>
              <a:ext uri="{FF2B5EF4-FFF2-40B4-BE49-F238E27FC236}">
                <a16:creationId xmlns:a16="http://schemas.microsoft.com/office/drawing/2014/main" id="{CB6F3AF8-0200-242B-68D6-30B836E56A29}"/>
              </a:ext>
            </a:extLst>
          </p:cNvPr>
          <p:cNvGraphicFramePr>
            <a:graphicFrameLocks noGrp="1"/>
          </p:cNvGraphicFramePr>
          <p:nvPr>
            <p:extLst>
              <p:ext uri="{D42A27DB-BD31-4B8C-83A1-F6EECF244321}">
                <p14:modId xmlns:p14="http://schemas.microsoft.com/office/powerpoint/2010/main" val="2980474168"/>
              </p:ext>
            </p:extLst>
          </p:nvPr>
        </p:nvGraphicFramePr>
        <p:xfrm>
          <a:off x="7511641" y="2206257"/>
          <a:ext cx="3670710" cy="2966720"/>
        </p:xfrm>
        <a:graphic>
          <a:graphicData uri="http://schemas.openxmlformats.org/drawingml/2006/table">
            <a:tbl>
              <a:tblPr firstRow="1" bandRow="1">
                <a:tableStyleId>{9D7B26C5-4107-4FEC-AEDC-1716B250A1EF}</a:tableStyleId>
              </a:tblPr>
              <a:tblGrid>
                <a:gridCol w="3670710">
                  <a:extLst>
                    <a:ext uri="{9D8B030D-6E8A-4147-A177-3AD203B41FA5}">
                      <a16:colId xmlns:a16="http://schemas.microsoft.com/office/drawing/2014/main" val="60311795"/>
                    </a:ext>
                  </a:extLst>
                </a:gridCol>
              </a:tblGrid>
              <a:tr h="370840">
                <a:tc>
                  <a:txBody>
                    <a:bodyPr/>
                    <a:lstStyle/>
                    <a:p>
                      <a:pPr algn="ctr"/>
                      <a:r>
                        <a:rPr lang="nl-NL" dirty="0"/>
                        <a:t>Keukens</a:t>
                      </a:r>
                    </a:p>
                  </a:txBody>
                  <a:tcPr/>
                </a:tc>
                <a:extLst>
                  <a:ext uri="{0D108BD9-81ED-4DB2-BD59-A6C34878D82A}">
                    <a16:rowId xmlns:a16="http://schemas.microsoft.com/office/drawing/2014/main" val="4123920979"/>
                  </a:ext>
                </a:extLst>
              </a:tr>
              <a:tr h="370840">
                <a:tc>
                  <a:txBody>
                    <a:bodyPr/>
                    <a:lstStyle/>
                    <a:p>
                      <a:pPr algn="ctr"/>
                      <a:r>
                        <a:rPr lang="nl-NL" dirty="0"/>
                        <a:t>Amerikaans</a:t>
                      </a:r>
                    </a:p>
                  </a:txBody>
                  <a:tcPr/>
                </a:tc>
                <a:extLst>
                  <a:ext uri="{0D108BD9-81ED-4DB2-BD59-A6C34878D82A}">
                    <a16:rowId xmlns:a16="http://schemas.microsoft.com/office/drawing/2014/main" val="1748430325"/>
                  </a:ext>
                </a:extLst>
              </a:tr>
              <a:tr h="370840">
                <a:tc>
                  <a:txBody>
                    <a:bodyPr/>
                    <a:lstStyle/>
                    <a:p>
                      <a:pPr algn="ctr"/>
                      <a:r>
                        <a:rPr lang="nl-NL" dirty="0"/>
                        <a:t>Aziatisch</a:t>
                      </a:r>
                    </a:p>
                  </a:txBody>
                  <a:tcPr/>
                </a:tc>
                <a:extLst>
                  <a:ext uri="{0D108BD9-81ED-4DB2-BD59-A6C34878D82A}">
                    <a16:rowId xmlns:a16="http://schemas.microsoft.com/office/drawing/2014/main" val="3477614267"/>
                  </a:ext>
                </a:extLst>
              </a:tr>
              <a:tr h="370840">
                <a:tc>
                  <a:txBody>
                    <a:bodyPr/>
                    <a:lstStyle/>
                    <a:p>
                      <a:pPr algn="ctr"/>
                      <a:r>
                        <a:rPr lang="nl-NL" dirty="0"/>
                        <a:t>Frans</a:t>
                      </a:r>
                    </a:p>
                  </a:txBody>
                  <a:tcPr/>
                </a:tc>
                <a:extLst>
                  <a:ext uri="{0D108BD9-81ED-4DB2-BD59-A6C34878D82A}">
                    <a16:rowId xmlns:a16="http://schemas.microsoft.com/office/drawing/2014/main" val="209356520"/>
                  </a:ext>
                </a:extLst>
              </a:tr>
              <a:tr h="370840">
                <a:tc>
                  <a:txBody>
                    <a:bodyPr/>
                    <a:lstStyle/>
                    <a:p>
                      <a:pPr algn="ctr"/>
                      <a:r>
                        <a:rPr lang="nl-NL" dirty="0"/>
                        <a:t>Hollands</a:t>
                      </a:r>
                    </a:p>
                  </a:txBody>
                  <a:tcPr/>
                </a:tc>
                <a:extLst>
                  <a:ext uri="{0D108BD9-81ED-4DB2-BD59-A6C34878D82A}">
                    <a16:rowId xmlns:a16="http://schemas.microsoft.com/office/drawing/2014/main" val="2575323730"/>
                  </a:ext>
                </a:extLst>
              </a:tr>
              <a:tr h="370840">
                <a:tc>
                  <a:txBody>
                    <a:bodyPr/>
                    <a:lstStyle/>
                    <a:p>
                      <a:pPr algn="ctr"/>
                      <a:r>
                        <a:rPr lang="nl-NL" dirty="0"/>
                        <a:t>Italiaans</a:t>
                      </a:r>
                    </a:p>
                  </a:txBody>
                  <a:tcPr/>
                </a:tc>
                <a:extLst>
                  <a:ext uri="{0D108BD9-81ED-4DB2-BD59-A6C34878D82A}">
                    <a16:rowId xmlns:a16="http://schemas.microsoft.com/office/drawing/2014/main" val="3796404820"/>
                  </a:ext>
                </a:extLst>
              </a:tr>
              <a:tr h="370840">
                <a:tc>
                  <a:txBody>
                    <a:bodyPr/>
                    <a:lstStyle/>
                    <a:p>
                      <a:pPr algn="ctr"/>
                      <a:r>
                        <a:rPr lang="nl-NL" dirty="0"/>
                        <a:t>Mediterraan</a:t>
                      </a:r>
                    </a:p>
                  </a:txBody>
                  <a:tcPr/>
                </a:tc>
                <a:extLst>
                  <a:ext uri="{0D108BD9-81ED-4DB2-BD59-A6C34878D82A}">
                    <a16:rowId xmlns:a16="http://schemas.microsoft.com/office/drawing/2014/main" val="480785859"/>
                  </a:ext>
                </a:extLst>
              </a:tr>
              <a:tr h="370840">
                <a:tc>
                  <a:txBody>
                    <a:bodyPr/>
                    <a:lstStyle/>
                    <a:p>
                      <a:pPr algn="ctr"/>
                      <a:r>
                        <a:rPr lang="nl-NL" dirty="0"/>
                        <a:t>Mexicaans</a:t>
                      </a:r>
                    </a:p>
                  </a:txBody>
                  <a:tcPr/>
                </a:tc>
                <a:extLst>
                  <a:ext uri="{0D108BD9-81ED-4DB2-BD59-A6C34878D82A}">
                    <a16:rowId xmlns:a16="http://schemas.microsoft.com/office/drawing/2014/main" val="815991767"/>
                  </a:ext>
                </a:extLst>
              </a:tr>
            </a:tbl>
          </a:graphicData>
        </a:graphic>
      </p:graphicFrame>
    </p:spTree>
    <p:extLst>
      <p:ext uri="{BB962C8B-B14F-4D97-AF65-F5344CB8AC3E}">
        <p14:creationId xmlns:p14="http://schemas.microsoft.com/office/powerpoint/2010/main" val="357703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658289-BF3A-90EF-1496-46FD4D073175}"/>
              </a:ext>
            </a:extLst>
          </p:cNvPr>
          <p:cNvSpPr>
            <a:spLocks noGrp="1"/>
          </p:cNvSpPr>
          <p:nvPr>
            <p:ph type="title"/>
          </p:nvPr>
        </p:nvSpPr>
        <p:spPr>
          <a:xfrm>
            <a:off x="607685" y="463396"/>
            <a:ext cx="2861332" cy="5190152"/>
          </a:xfrm>
        </p:spPr>
        <p:txBody>
          <a:bodyPr anchor="ctr">
            <a:normAutofit/>
          </a:bodyPr>
          <a:lstStyle/>
          <a:p>
            <a:pPr algn="ctr"/>
            <a:r>
              <a:rPr lang="nl-NL" dirty="0">
                <a:solidFill>
                  <a:schemeClr val="bg1"/>
                </a:solidFill>
              </a:rPr>
              <a:t>Modellen:</a:t>
            </a:r>
            <a:br>
              <a:rPr lang="nl-NL" dirty="0">
                <a:solidFill>
                  <a:schemeClr val="bg1"/>
                </a:solidFill>
              </a:rPr>
            </a:br>
            <a:br>
              <a:rPr lang="nl-NL" dirty="0">
                <a:solidFill>
                  <a:schemeClr val="bg1"/>
                </a:solidFill>
              </a:rPr>
            </a:br>
            <a:r>
              <a:rPr lang="nl-NL" dirty="0">
                <a:solidFill>
                  <a:schemeClr val="tx1"/>
                </a:solidFill>
              </a:rPr>
              <a:t>K </a:t>
            </a:r>
            <a:r>
              <a:rPr lang="nl-NL" dirty="0" err="1">
                <a:solidFill>
                  <a:schemeClr val="tx1"/>
                </a:solidFill>
              </a:rPr>
              <a:t>Nearest</a:t>
            </a:r>
            <a:r>
              <a:rPr lang="nl-NL" dirty="0">
                <a:solidFill>
                  <a:schemeClr val="tx1"/>
                </a:solidFill>
              </a:rPr>
              <a:t> </a:t>
            </a:r>
            <a:r>
              <a:rPr lang="nl-NL" dirty="0" err="1">
                <a:solidFill>
                  <a:schemeClr val="tx1"/>
                </a:solidFill>
              </a:rPr>
              <a:t>Neighbors</a:t>
            </a:r>
            <a:br>
              <a:rPr lang="nl-NL" dirty="0">
                <a:solidFill>
                  <a:schemeClr val="tx1"/>
                </a:solidFill>
              </a:rPr>
            </a:br>
            <a:br>
              <a:rPr lang="nl-NL" dirty="0">
                <a:solidFill>
                  <a:schemeClr val="tx1"/>
                </a:solidFill>
              </a:rPr>
            </a:br>
            <a:r>
              <a:rPr lang="nl-NL" dirty="0" err="1">
                <a:solidFill>
                  <a:schemeClr val="tx1"/>
                </a:solidFill>
              </a:rPr>
              <a:t>Naive</a:t>
            </a:r>
            <a:r>
              <a:rPr lang="nl-NL" dirty="0">
                <a:solidFill>
                  <a:schemeClr val="tx1"/>
                </a:solidFill>
              </a:rPr>
              <a:t> Bayes</a:t>
            </a:r>
          </a:p>
        </p:txBody>
      </p:sp>
      <p:pic>
        <p:nvPicPr>
          <p:cNvPr id="4" name="Picture 30">
            <a:extLst>
              <a:ext uri="{FF2B5EF4-FFF2-40B4-BE49-F238E27FC236}">
                <a16:creationId xmlns:a16="http://schemas.microsoft.com/office/drawing/2014/main" id="{3909895C-B489-9FA6-F758-E27360B8FBB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232932" y="463396"/>
            <a:ext cx="3882365" cy="337765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8">
            <a:extLst>
              <a:ext uri="{FF2B5EF4-FFF2-40B4-BE49-F238E27FC236}">
                <a16:creationId xmlns:a16="http://schemas.microsoft.com/office/drawing/2014/main" id="{23F5DE57-07F6-2111-75D7-22B607BED8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5298" y="412955"/>
            <a:ext cx="3939365" cy="34281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el 13">
            <a:extLst>
              <a:ext uri="{FF2B5EF4-FFF2-40B4-BE49-F238E27FC236}">
                <a16:creationId xmlns:a16="http://schemas.microsoft.com/office/drawing/2014/main" id="{7B98873D-CF55-0BED-FA1D-78BDC0FD83B5}"/>
              </a:ext>
            </a:extLst>
          </p:cNvPr>
          <p:cNvGraphicFramePr>
            <a:graphicFrameLocks/>
          </p:cNvGraphicFramePr>
          <p:nvPr/>
        </p:nvGraphicFramePr>
        <p:xfrm>
          <a:off x="8767155" y="4208865"/>
          <a:ext cx="2635650" cy="1856536"/>
        </p:xfrm>
        <a:graphic>
          <a:graphicData uri="http://schemas.openxmlformats.org/drawingml/2006/table">
            <a:tbl>
              <a:tblPr firstRow="1" bandRow="1">
                <a:tableStyleId>{5940675A-B579-460E-94D1-54222C63F5DA}</a:tableStyleId>
              </a:tblPr>
              <a:tblGrid>
                <a:gridCol w="1317825">
                  <a:extLst>
                    <a:ext uri="{9D8B030D-6E8A-4147-A177-3AD203B41FA5}">
                      <a16:colId xmlns:a16="http://schemas.microsoft.com/office/drawing/2014/main" val="3432771025"/>
                    </a:ext>
                  </a:extLst>
                </a:gridCol>
                <a:gridCol w="1317825">
                  <a:extLst>
                    <a:ext uri="{9D8B030D-6E8A-4147-A177-3AD203B41FA5}">
                      <a16:colId xmlns:a16="http://schemas.microsoft.com/office/drawing/2014/main" val="25741022"/>
                    </a:ext>
                  </a:extLst>
                </a:gridCol>
              </a:tblGrid>
              <a:tr h="428431">
                <a:tc>
                  <a:txBody>
                    <a:bodyPr/>
                    <a:lstStyle/>
                    <a:p>
                      <a:r>
                        <a:rPr lang="nl-NL" sz="2000" dirty="0"/>
                        <a:t>Type</a:t>
                      </a:r>
                    </a:p>
                  </a:txBody>
                  <a:tcPr/>
                </a:tc>
                <a:tc>
                  <a:txBody>
                    <a:bodyPr/>
                    <a:lstStyle/>
                    <a:p>
                      <a:r>
                        <a:rPr lang="nl-NL" sz="2000" dirty="0"/>
                        <a:t>Score</a:t>
                      </a:r>
                    </a:p>
                  </a:txBody>
                  <a:tcPr/>
                </a:tc>
                <a:extLst>
                  <a:ext uri="{0D108BD9-81ED-4DB2-BD59-A6C34878D82A}">
                    <a16:rowId xmlns:a16="http://schemas.microsoft.com/office/drawing/2014/main" val="4222318773"/>
                  </a:ext>
                </a:extLst>
              </a:tr>
              <a:tr h="476035">
                <a:tc>
                  <a:txBody>
                    <a:bodyPr/>
                    <a:lstStyle/>
                    <a:p>
                      <a:r>
                        <a:rPr lang="nl-NL" sz="1600" dirty="0" err="1"/>
                        <a:t>Accuracy</a:t>
                      </a:r>
                      <a:endParaRPr lang="nl-NL" sz="1600" dirty="0"/>
                    </a:p>
                  </a:txBody>
                  <a:tcPr/>
                </a:tc>
                <a:tc>
                  <a:txBody>
                    <a:bodyPr/>
                    <a:lstStyle/>
                    <a:p>
                      <a:r>
                        <a:rPr lang="nl-NL" sz="1600" dirty="0"/>
                        <a:t>0.99288</a:t>
                      </a:r>
                    </a:p>
                  </a:txBody>
                  <a:tcPr/>
                </a:tc>
                <a:extLst>
                  <a:ext uri="{0D108BD9-81ED-4DB2-BD59-A6C34878D82A}">
                    <a16:rowId xmlns:a16="http://schemas.microsoft.com/office/drawing/2014/main" val="3190489953"/>
                  </a:ext>
                </a:extLst>
              </a:tr>
              <a:tr h="476035">
                <a:tc>
                  <a:txBody>
                    <a:bodyPr/>
                    <a:lstStyle/>
                    <a:p>
                      <a:r>
                        <a:rPr lang="nl-NL" sz="1600" dirty="0" err="1"/>
                        <a:t>Recall</a:t>
                      </a:r>
                      <a:endParaRPr lang="nl-NL" sz="1600" dirty="0"/>
                    </a:p>
                  </a:txBody>
                  <a:tcPr/>
                </a:tc>
                <a:tc>
                  <a:txBody>
                    <a:bodyPr/>
                    <a:lstStyle/>
                    <a:p>
                      <a:r>
                        <a:rPr lang="nl-NL" sz="1600" dirty="0"/>
                        <a:t>0.99303</a:t>
                      </a:r>
                    </a:p>
                  </a:txBody>
                  <a:tcPr/>
                </a:tc>
                <a:extLst>
                  <a:ext uri="{0D108BD9-81ED-4DB2-BD59-A6C34878D82A}">
                    <a16:rowId xmlns:a16="http://schemas.microsoft.com/office/drawing/2014/main" val="4076571506"/>
                  </a:ext>
                </a:extLst>
              </a:tr>
              <a:tr h="476035">
                <a:tc>
                  <a:txBody>
                    <a:bodyPr/>
                    <a:lstStyle/>
                    <a:p>
                      <a:r>
                        <a:rPr lang="nl-NL" sz="1600" dirty="0"/>
                        <a:t>Precision</a:t>
                      </a:r>
                    </a:p>
                  </a:txBody>
                  <a:tcPr/>
                </a:tc>
                <a:tc>
                  <a:txBody>
                    <a:bodyPr/>
                    <a:lstStyle/>
                    <a:p>
                      <a:r>
                        <a:rPr lang="nl-NL" sz="1600" dirty="0"/>
                        <a:t>0.99285</a:t>
                      </a:r>
                    </a:p>
                  </a:txBody>
                  <a:tcPr/>
                </a:tc>
                <a:extLst>
                  <a:ext uri="{0D108BD9-81ED-4DB2-BD59-A6C34878D82A}">
                    <a16:rowId xmlns:a16="http://schemas.microsoft.com/office/drawing/2014/main" val="970076027"/>
                  </a:ext>
                </a:extLst>
              </a:tr>
            </a:tbl>
          </a:graphicData>
        </a:graphic>
      </p:graphicFrame>
      <p:graphicFrame>
        <p:nvGraphicFramePr>
          <p:cNvPr id="13" name="Tabel 13">
            <a:extLst>
              <a:ext uri="{FF2B5EF4-FFF2-40B4-BE49-F238E27FC236}">
                <a16:creationId xmlns:a16="http://schemas.microsoft.com/office/drawing/2014/main" id="{378D609C-0877-3AC4-7AFE-FE58DA7C2596}"/>
              </a:ext>
            </a:extLst>
          </p:cNvPr>
          <p:cNvGraphicFramePr>
            <a:graphicFrameLocks/>
          </p:cNvGraphicFramePr>
          <p:nvPr/>
        </p:nvGraphicFramePr>
        <p:xfrm>
          <a:off x="5037189" y="4208865"/>
          <a:ext cx="2635650" cy="1856536"/>
        </p:xfrm>
        <a:graphic>
          <a:graphicData uri="http://schemas.openxmlformats.org/drawingml/2006/table">
            <a:tbl>
              <a:tblPr firstRow="1" bandRow="1">
                <a:tableStyleId>{5940675A-B579-460E-94D1-54222C63F5DA}</a:tableStyleId>
              </a:tblPr>
              <a:tblGrid>
                <a:gridCol w="1317825">
                  <a:extLst>
                    <a:ext uri="{9D8B030D-6E8A-4147-A177-3AD203B41FA5}">
                      <a16:colId xmlns:a16="http://schemas.microsoft.com/office/drawing/2014/main" val="3432771025"/>
                    </a:ext>
                  </a:extLst>
                </a:gridCol>
                <a:gridCol w="1317825">
                  <a:extLst>
                    <a:ext uri="{9D8B030D-6E8A-4147-A177-3AD203B41FA5}">
                      <a16:colId xmlns:a16="http://schemas.microsoft.com/office/drawing/2014/main" val="25741022"/>
                    </a:ext>
                  </a:extLst>
                </a:gridCol>
              </a:tblGrid>
              <a:tr h="428431">
                <a:tc>
                  <a:txBody>
                    <a:bodyPr/>
                    <a:lstStyle/>
                    <a:p>
                      <a:r>
                        <a:rPr lang="nl-NL" sz="2000" dirty="0"/>
                        <a:t>Type</a:t>
                      </a:r>
                    </a:p>
                  </a:txBody>
                  <a:tcPr/>
                </a:tc>
                <a:tc>
                  <a:txBody>
                    <a:bodyPr/>
                    <a:lstStyle/>
                    <a:p>
                      <a:r>
                        <a:rPr lang="nl-NL" sz="2000" dirty="0"/>
                        <a:t>Score</a:t>
                      </a:r>
                    </a:p>
                  </a:txBody>
                  <a:tcPr/>
                </a:tc>
                <a:extLst>
                  <a:ext uri="{0D108BD9-81ED-4DB2-BD59-A6C34878D82A}">
                    <a16:rowId xmlns:a16="http://schemas.microsoft.com/office/drawing/2014/main" val="4222318773"/>
                  </a:ext>
                </a:extLst>
              </a:tr>
              <a:tr h="476035">
                <a:tc>
                  <a:txBody>
                    <a:bodyPr/>
                    <a:lstStyle/>
                    <a:p>
                      <a:r>
                        <a:rPr lang="nl-NL" sz="1600" dirty="0" err="1"/>
                        <a:t>Accuracy</a:t>
                      </a:r>
                      <a:endParaRPr lang="nl-NL" sz="1600" dirty="0"/>
                    </a:p>
                  </a:txBody>
                  <a:tcPr/>
                </a:tc>
                <a:tc>
                  <a:txBody>
                    <a:bodyPr/>
                    <a:lstStyle/>
                    <a:p>
                      <a:r>
                        <a:rPr lang="nl-NL" sz="1600" dirty="0"/>
                        <a:t>0.93594</a:t>
                      </a:r>
                    </a:p>
                  </a:txBody>
                  <a:tcPr/>
                </a:tc>
                <a:extLst>
                  <a:ext uri="{0D108BD9-81ED-4DB2-BD59-A6C34878D82A}">
                    <a16:rowId xmlns:a16="http://schemas.microsoft.com/office/drawing/2014/main" val="3190489953"/>
                  </a:ext>
                </a:extLst>
              </a:tr>
              <a:tr h="476035">
                <a:tc>
                  <a:txBody>
                    <a:bodyPr/>
                    <a:lstStyle/>
                    <a:p>
                      <a:r>
                        <a:rPr lang="nl-NL" sz="1600" dirty="0" err="1"/>
                        <a:t>Recall</a:t>
                      </a:r>
                      <a:endParaRPr lang="nl-NL" sz="1600" dirty="0"/>
                    </a:p>
                  </a:txBody>
                  <a:tcPr/>
                </a:tc>
                <a:tc>
                  <a:txBody>
                    <a:bodyPr/>
                    <a:lstStyle/>
                    <a:p>
                      <a:r>
                        <a:rPr lang="nl-NL" sz="1600" dirty="0"/>
                        <a:t>0.94908</a:t>
                      </a:r>
                    </a:p>
                  </a:txBody>
                  <a:tcPr/>
                </a:tc>
                <a:extLst>
                  <a:ext uri="{0D108BD9-81ED-4DB2-BD59-A6C34878D82A}">
                    <a16:rowId xmlns:a16="http://schemas.microsoft.com/office/drawing/2014/main" val="4076571506"/>
                  </a:ext>
                </a:extLst>
              </a:tr>
              <a:tr h="476035">
                <a:tc>
                  <a:txBody>
                    <a:bodyPr/>
                    <a:lstStyle/>
                    <a:p>
                      <a:r>
                        <a:rPr lang="nl-NL" sz="1600" dirty="0"/>
                        <a:t>Precision</a:t>
                      </a:r>
                    </a:p>
                  </a:txBody>
                  <a:tcPr/>
                </a:tc>
                <a:tc>
                  <a:txBody>
                    <a:bodyPr/>
                    <a:lstStyle/>
                    <a:p>
                      <a:r>
                        <a:rPr lang="nl-NL" sz="1600" dirty="0"/>
                        <a:t>0.93571</a:t>
                      </a:r>
                    </a:p>
                  </a:txBody>
                  <a:tcPr/>
                </a:tc>
                <a:extLst>
                  <a:ext uri="{0D108BD9-81ED-4DB2-BD59-A6C34878D82A}">
                    <a16:rowId xmlns:a16="http://schemas.microsoft.com/office/drawing/2014/main" val="970076027"/>
                  </a:ext>
                </a:extLst>
              </a:tr>
            </a:tbl>
          </a:graphicData>
        </a:graphic>
      </p:graphicFrame>
    </p:spTree>
    <p:extLst>
      <p:ext uri="{BB962C8B-B14F-4D97-AF65-F5344CB8AC3E}">
        <p14:creationId xmlns:p14="http://schemas.microsoft.com/office/powerpoint/2010/main" val="303082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02787DB5-0944-BB8D-6C5A-CA4C3EC44B02}"/>
              </a:ext>
            </a:extLst>
          </p:cNvPr>
          <p:cNvSpPr>
            <a:spLocks noGrp="1"/>
          </p:cNvSpPr>
          <p:nvPr>
            <p:ph type="title"/>
          </p:nvPr>
        </p:nvSpPr>
        <p:spPr>
          <a:xfrm>
            <a:off x="1371599" y="1010097"/>
            <a:ext cx="9486901" cy="1010088"/>
          </a:xfrm>
        </p:spPr>
        <p:txBody>
          <a:bodyPr anchor="b">
            <a:normAutofit/>
          </a:bodyPr>
          <a:lstStyle/>
          <a:p>
            <a:pPr algn="ctr"/>
            <a:r>
              <a:rPr lang="nl-NL" dirty="0"/>
              <a:t>Aanbeveling van gerechten </a:t>
            </a:r>
          </a:p>
        </p:txBody>
      </p:sp>
      <p:sp>
        <p:nvSpPr>
          <p:cNvPr id="3" name="Tijdelijke aanduiding voor inhoud 2">
            <a:extLst>
              <a:ext uri="{FF2B5EF4-FFF2-40B4-BE49-F238E27FC236}">
                <a16:creationId xmlns:a16="http://schemas.microsoft.com/office/drawing/2014/main" id="{F0AA5D3D-AEAB-59C5-7E8A-732F7FD44C8D}"/>
              </a:ext>
            </a:extLst>
          </p:cNvPr>
          <p:cNvSpPr>
            <a:spLocks noGrp="1"/>
          </p:cNvSpPr>
          <p:nvPr>
            <p:ph idx="1"/>
          </p:nvPr>
        </p:nvSpPr>
        <p:spPr>
          <a:xfrm>
            <a:off x="1371600" y="2206257"/>
            <a:ext cx="9486901" cy="3540642"/>
          </a:xfrm>
        </p:spPr>
        <p:txBody>
          <a:bodyPr>
            <a:normAutofit/>
          </a:bodyPr>
          <a:lstStyle/>
          <a:p>
            <a:r>
              <a:rPr lang="nl-NL" dirty="0"/>
              <a:t>Op basis van de voorspelde favoriete keuken</a:t>
            </a:r>
          </a:p>
          <a:p>
            <a:endParaRPr lang="nl-NL" dirty="0"/>
          </a:p>
          <a:p>
            <a:r>
              <a:rPr lang="nl-NL" dirty="0"/>
              <a:t>Vergelijking aan de hand van ingrediënten</a:t>
            </a:r>
          </a:p>
          <a:p>
            <a:endParaRPr lang="nl-NL" dirty="0"/>
          </a:p>
          <a:p>
            <a:r>
              <a:rPr lang="nl-NL" dirty="0"/>
              <a:t>Vier meest overeenkomende gerechten</a:t>
            </a:r>
          </a:p>
        </p:txBody>
      </p:sp>
      <p:pic>
        <p:nvPicPr>
          <p:cNvPr id="7170" name="Picture 2">
            <a:extLst>
              <a:ext uri="{FF2B5EF4-FFF2-40B4-BE49-F238E27FC236}">
                <a16:creationId xmlns:a16="http://schemas.microsoft.com/office/drawing/2014/main" id="{D21C971A-8FF9-1142-6B18-DF31CBA874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01781" y="1891847"/>
            <a:ext cx="3404419" cy="43003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3642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18">
            <a:extLst>
              <a:ext uri="{FF2B5EF4-FFF2-40B4-BE49-F238E27FC236}">
                <a16:creationId xmlns:a16="http://schemas.microsoft.com/office/drawing/2014/main" id="{97C478F1-26B5-44C9-823B-523B85B112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337CC61-9E93-4D80-9F1C-12CE9A0C07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625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7250AAE9-9128-D57E-A607-9688A94E3489}"/>
              </a:ext>
            </a:extLst>
          </p:cNvPr>
          <p:cNvSpPr>
            <a:spLocks noGrp="1"/>
          </p:cNvSpPr>
          <p:nvPr>
            <p:ph type="title"/>
          </p:nvPr>
        </p:nvSpPr>
        <p:spPr>
          <a:xfrm>
            <a:off x="862818" y="685801"/>
            <a:ext cx="3057379" cy="3046228"/>
          </a:xfrm>
        </p:spPr>
        <p:txBody>
          <a:bodyPr vert="horz" lIns="91440" tIns="45720" rIns="91440" bIns="45720" rtlCol="0" anchor="b">
            <a:normAutofit/>
          </a:bodyPr>
          <a:lstStyle/>
          <a:p>
            <a:pPr algn="ctr"/>
            <a:r>
              <a:rPr lang="en-US" sz="2500" kern="1200" cap="all" spc="300" baseline="0" dirty="0">
                <a:solidFill>
                  <a:schemeClr val="bg2"/>
                </a:solidFill>
                <a:latin typeface="+mj-lt"/>
                <a:ea typeface="+mj-ea"/>
                <a:cs typeface="+mj-cs"/>
              </a:rPr>
              <a:t>Demo </a:t>
            </a:r>
            <a:r>
              <a:rPr lang="en-US" sz="2500" kern="1200" cap="all" spc="300" baseline="0" dirty="0" err="1">
                <a:solidFill>
                  <a:schemeClr val="bg2"/>
                </a:solidFill>
                <a:latin typeface="+mj-lt"/>
                <a:ea typeface="+mj-ea"/>
                <a:cs typeface="+mj-cs"/>
              </a:rPr>
              <a:t>eindproduct</a:t>
            </a:r>
            <a:br>
              <a:rPr lang="en-US" sz="2500" kern="1200" cap="all" spc="300" baseline="0" dirty="0">
                <a:solidFill>
                  <a:schemeClr val="bg2"/>
                </a:solidFill>
                <a:latin typeface="+mj-lt"/>
                <a:ea typeface="+mj-ea"/>
                <a:cs typeface="+mj-cs"/>
              </a:rPr>
            </a:br>
            <a:endParaRPr lang="en-US" sz="2500" kern="1200" cap="all" spc="300" baseline="0" dirty="0">
              <a:solidFill>
                <a:schemeClr val="bg2"/>
              </a:solidFill>
              <a:latin typeface="+mj-lt"/>
              <a:ea typeface="+mj-ea"/>
              <a:cs typeface="+mj-cs"/>
            </a:endParaRPr>
          </a:p>
        </p:txBody>
      </p:sp>
      <p:pic>
        <p:nvPicPr>
          <p:cNvPr id="16" name="Graphic 15" descr="Beeldscherm">
            <a:extLst>
              <a:ext uri="{FF2B5EF4-FFF2-40B4-BE49-F238E27FC236}">
                <a16:creationId xmlns:a16="http://schemas.microsoft.com/office/drawing/2014/main" id="{EFE9D656-4F83-052A-0168-BCE0530DE0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15000" y="685801"/>
            <a:ext cx="5486399" cy="5486399"/>
          </a:xfrm>
          <a:prstGeom prst="rect">
            <a:avLst/>
          </a:prstGeom>
        </p:spPr>
      </p:pic>
      <p:sp>
        <p:nvSpPr>
          <p:cNvPr id="5" name="Tekstvak 4">
            <a:extLst>
              <a:ext uri="{FF2B5EF4-FFF2-40B4-BE49-F238E27FC236}">
                <a16:creationId xmlns:a16="http://schemas.microsoft.com/office/drawing/2014/main" id="{65636B16-D31A-6D0D-EEF7-C80AF78F17DD}"/>
              </a:ext>
            </a:extLst>
          </p:cNvPr>
          <p:cNvSpPr txBox="1"/>
          <p:nvPr/>
        </p:nvSpPr>
        <p:spPr>
          <a:xfrm>
            <a:off x="6850011" y="2844225"/>
            <a:ext cx="3254478" cy="584775"/>
          </a:xfrm>
          <a:prstGeom prst="rect">
            <a:avLst/>
          </a:prstGeom>
          <a:noFill/>
        </p:spPr>
        <p:txBody>
          <a:bodyPr wrap="square" rtlCol="0">
            <a:spAutoFit/>
          </a:bodyPr>
          <a:lstStyle/>
          <a:p>
            <a:pPr algn="ctr"/>
            <a:r>
              <a:rPr lang="nl-NL" sz="3200" b="1" dirty="0" err="1">
                <a:ln w="12700">
                  <a:solidFill>
                    <a:schemeClr val="accent3">
                      <a:lumMod val="50000"/>
                    </a:schemeClr>
                  </a:solidFill>
                  <a:prstDash val="solid"/>
                </a:ln>
                <a:solidFill>
                  <a:schemeClr val="accent5">
                    <a:lumMod val="40000"/>
                    <a:lumOff val="60000"/>
                  </a:schemeClr>
                </a:solidFill>
                <a:effectLst>
                  <a:innerShdw blurRad="177800">
                    <a:schemeClr val="accent3">
                      <a:lumMod val="50000"/>
                    </a:schemeClr>
                  </a:innerShdw>
                </a:effectLst>
              </a:rPr>
              <a:t>Foodboost</a:t>
            </a:r>
            <a:endParaRPr lang="nl-NL" sz="3200" dirty="0">
              <a:solidFill>
                <a:schemeClr val="accent5">
                  <a:lumMod val="40000"/>
                  <a:lumOff val="60000"/>
                </a:schemeClr>
              </a:solidFill>
            </a:endParaRPr>
          </a:p>
        </p:txBody>
      </p:sp>
    </p:spTree>
    <p:extLst>
      <p:ext uri="{BB962C8B-B14F-4D97-AF65-F5344CB8AC3E}">
        <p14:creationId xmlns:p14="http://schemas.microsoft.com/office/powerpoint/2010/main" val="3336943871"/>
      </p:ext>
    </p:extLst>
  </p:cSld>
  <p:clrMapOvr>
    <a:masterClrMapping/>
  </p:clrMapOvr>
</p:sld>
</file>

<file path=ppt/theme/theme1.xml><?xml version="1.0" encoding="utf-8"?>
<a:theme xmlns:a="http://schemas.openxmlformats.org/drawingml/2006/main" name="ClassicFrameVTI">
  <a:themeElements>
    <a:clrScheme name="AnalogousFromDarkSeedLeftStep">
      <a:dk1>
        <a:srgbClr val="000000"/>
      </a:dk1>
      <a:lt1>
        <a:srgbClr val="FFFFFF"/>
      </a:lt1>
      <a:dk2>
        <a:srgbClr val="301B2D"/>
      </a:dk2>
      <a:lt2>
        <a:srgbClr val="F0F3F2"/>
      </a:lt2>
      <a:accent1>
        <a:srgbClr val="E72983"/>
      </a:accent1>
      <a:accent2>
        <a:srgbClr val="D517C0"/>
      </a:accent2>
      <a:accent3>
        <a:srgbClr val="AD29E7"/>
      </a:accent3>
      <a:accent4>
        <a:srgbClr val="5725D7"/>
      </a:accent4>
      <a:accent5>
        <a:srgbClr val="2944E7"/>
      </a:accent5>
      <a:accent6>
        <a:srgbClr val="1781D5"/>
      </a:accent6>
      <a:hlink>
        <a:srgbClr val="433FBF"/>
      </a:hlink>
      <a:folHlink>
        <a:srgbClr val="7F7F7F"/>
      </a:folHlink>
    </a:clrScheme>
    <a:fontScheme name="Goudy and Gill Sans">
      <a:majorFont>
        <a:latin typeface="Goudy Old Style"/>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lassicFrameVTI" id="{4FA2A165-EC65-4FB0-B019-8C8876A1D8E3}" vid="{9D78F1F1-8226-42FD-A1A3-975EDF6D60F8}"/>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281</TotalTime>
  <Words>539</Words>
  <Application>Microsoft Office PowerPoint</Application>
  <PresentationFormat>Breedbeeld</PresentationFormat>
  <Paragraphs>105</Paragraphs>
  <Slides>11</Slides>
  <Notes>5</Notes>
  <HiddenSlides>0</HiddenSlides>
  <MMClips>0</MMClips>
  <ScaleCrop>false</ScaleCrop>
  <HeadingPairs>
    <vt:vector size="4" baseType="variant">
      <vt:variant>
        <vt:lpstr>Thema</vt:lpstr>
      </vt:variant>
      <vt:variant>
        <vt:i4>1</vt:i4>
      </vt:variant>
      <vt:variant>
        <vt:lpstr>Diatitels</vt:lpstr>
      </vt:variant>
      <vt:variant>
        <vt:i4>11</vt:i4>
      </vt:variant>
    </vt:vector>
  </HeadingPairs>
  <TitlesOfParts>
    <vt:vector size="12" baseType="lpstr">
      <vt:lpstr>ClassicFrameVTI</vt:lpstr>
      <vt:lpstr>Project Foodboost groep 6</vt:lpstr>
      <vt:lpstr>Inhoudsopgave</vt:lpstr>
      <vt:lpstr>De basis van ons project</vt:lpstr>
      <vt:lpstr>Onderzoeksvraag </vt:lpstr>
      <vt:lpstr>Projectidee </vt:lpstr>
      <vt:lpstr>Test Data</vt:lpstr>
      <vt:lpstr>Verzameling van gebruikersgegevens </vt:lpstr>
      <vt:lpstr>Voorspellen van je favoriete keuken</vt:lpstr>
      <vt:lpstr>Modellen:  K Nearest Neighbors  Naive Bayes</vt:lpstr>
      <vt:lpstr>Aanbeveling van gerechten </vt:lpstr>
      <vt:lpstr>Demo eindproduct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Foodboost groep 6</dc:title>
  <dc:creator>Brian Wolvers</dc:creator>
  <cp:lastModifiedBy>Jurriaan van der Mee (14140373)</cp:lastModifiedBy>
  <cp:revision>5</cp:revision>
  <dcterms:created xsi:type="dcterms:W3CDTF">2022-10-05T13:08:20Z</dcterms:created>
  <dcterms:modified xsi:type="dcterms:W3CDTF">2023-01-24T13:48:21Z</dcterms:modified>
</cp:coreProperties>
</file>