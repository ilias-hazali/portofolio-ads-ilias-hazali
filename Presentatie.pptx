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7C5C02-6CAA-4015-BD12-24AFFE46A00E}" v="120" dt="2023-01-10T10:19:09.191"/>
    <p1510:client id="{A830CB9A-66BE-FFE8-C09A-B84E807A143D}" v="5" dt="2023-01-13T09:27:04.934"/>
    <p1510:client id="{BB4D6885-30D9-6728-AAAC-7EE52075690E}" v="456" dt="2023-01-11T10:15:58.580"/>
    <p1510:client id="{DDE58211-D8B5-6B57-9780-96B05C9E09A6}" v="96" dt="2023-01-12T09:17:55.449"/>
    <p1510:client id="{EC355C33-8D61-B4B7-6074-7113D942DD72}" v="253" dt="2023-01-12T10:01:52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E9AE67-5DAA-413F-B0E0-5C0DBF87AAF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D731EB-D700-4D8E-BAFA-CDBFEF27C13C}">
      <dgm:prSet/>
      <dgm:spPr/>
      <dgm:t>
        <a:bodyPr/>
        <a:lstStyle/>
        <a:p>
          <a:pPr rtl="0"/>
          <a:r>
            <a:rPr lang="nl-NL" dirty="0">
              <a:latin typeface="Bahnschrift"/>
            </a:rPr>
            <a:t>Feedback van Tony</a:t>
          </a:r>
          <a:endParaRPr lang="nl-NL" dirty="0"/>
        </a:p>
      </dgm:t>
    </dgm:pt>
    <dgm:pt modelId="{6F7B6014-CD87-47BC-AA3F-E8728E700B58}" type="parTrans" cxnId="{2ED4E00D-7DD6-4953-9828-E19D742A614A}">
      <dgm:prSet/>
      <dgm:spPr/>
      <dgm:t>
        <a:bodyPr/>
        <a:lstStyle/>
        <a:p>
          <a:endParaRPr lang="en-US"/>
        </a:p>
      </dgm:t>
    </dgm:pt>
    <dgm:pt modelId="{172D0D2B-3CC5-41AA-82C8-261325256501}" type="sibTrans" cxnId="{2ED4E00D-7DD6-4953-9828-E19D742A614A}">
      <dgm:prSet/>
      <dgm:spPr/>
      <dgm:t>
        <a:bodyPr/>
        <a:lstStyle/>
        <a:p>
          <a:endParaRPr lang="en-US"/>
        </a:p>
      </dgm:t>
    </dgm:pt>
    <dgm:pt modelId="{66AA4796-6DFF-4F58-9296-F3090D4CF3A0}">
      <dgm:prSet/>
      <dgm:spPr/>
      <dgm:t>
        <a:bodyPr/>
        <a:lstStyle/>
        <a:p>
          <a:r>
            <a:rPr lang="nl-NL" dirty="0"/>
            <a:t>Technieken (</a:t>
          </a:r>
          <a:r>
            <a:rPr lang="nl-NL" dirty="0" err="1"/>
            <a:t>Reinforcement</a:t>
          </a:r>
          <a:r>
            <a:rPr lang="nl-NL" dirty="0"/>
            <a:t> </a:t>
          </a:r>
          <a:r>
            <a:rPr lang="nl-NL" dirty="0" err="1"/>
            <a:t>learning</a:t>
          </a:r>
          <a:r>
            <a:rPr lang="nl-NL" dirty="0"/>
            <a:t>, Lineair programmeren)</a:t>
          </a:r>
          <a:endParaRPr lang="en-US" dirty="0"/>
        </a:p>
      </dgm:t>
    </dgm:pt>
    <dgm:pt modelId="{E43BFB58-A6A5-4EA6-AC31-CEE147EC576D}" type="parTrans" cxnId="{4385E552-1939-43F6-8A39-6DCC45BEFA4A}">
      <dgm:prSet/>
      <dgm:spPr/>
      <dgm:t>
        <a:bodyPr/>
        <a:lstStyle/>
        <a:p>
          <a:endParaRPr lang="en-US"/>
        </a:p>
      </dgm:t>
    </dgm:pt>
    <dgm:pt modelId="{26EF9BDC-09F7-4833-A469-0328817AC7E8}" type="sibTrans" cxnId="{4385E552-1939-43F6-8A39-6DCC45BEFA4A}">
      <dgm:prSet/>
      <dgm:spPr/>
      <dgm:t>
        <a:bodyPr/>
        <a:lstStyle/>
        <a:p>
          <a:endParaRPr lang="en-US"/>
        </a:p>
      </dgm:t>
    </dgm:pt>
    <dgm:pt modelId="{622FE1CD-E65C-4236-ABCD-2BB9A5B8D3A0}">
      <dgm:prSet/>
      <dgm:spPr/>
      <dgm:t>
        <a:bodyPr/>
        <a:lstStyle/>
        <a:p>
          <a:r>
            <a:rPr lang="nl-NL" dirty="0">
              <a:latin typeface="Bahnschrift"/>
            </a:rPr>
            <a:t>Werken</a:t>
          </a:r>
          <a:r>
            <a:rPr lang="nl-NL" dirty="0"/>
            <a:t> aan hoofdstuk "</a:t>
          </a:r>
          <a:r>
            <a:rPr lang="nl-NL" dirty="0" err="1"/>
            <a:t>Future</a:t>
          </a:r>
          <a:r>
            <a:rPr lang="nl-NL" dirty="0"/>
            <a:t> </a:t>
          </a:r>
          <a:r>
            <a:rPr lang="nl-NL" dirty="0" err="1"/>
            <a:t>work</a:t>
          </a:r>
          <a:r>
            <a:rPr lang="nl-NL" dirty="0"/>
            <a:t>"</a:t>
          </a:r>
          <a:endParaRPr lang="en-US" dirty="0"/>
        </a:p>
      </dgm:t>
    </dgm:pt>
    <dgm:pt modelId="{0DEB17EA-CDF2-4E6B-A712-99C33800A5B4}" type="parTrans" cxnId="{182EC1BD-64FD-4F59-BB1B-C87D582E6173}">
      <dgm:prSet/>
      <dgm:spPr/>
      <dgm:t>
        <a:bodyPr/>
        <a:lstStyle/>
        <a:p>
          <a:endParaRPr lang="en-US"/>
        </a:p>
      </dgm:t>
    </dgm:pt>
    <dgm:pt modelId="{968A2C79-30A5-43E1-B71E-BA4F7D3E3F01}" type="sibTrans" cxnId="{182EC1BD-64FD-4F59-BB1B-C87D582E6173}">
      <dgm:prSet/>
      <dgm:spPr/>
      <dgm:t>
        <a:bodyPr/>
        <a:lstStyle/>
        <a:p>
          <a:endParaRPr lang="en-US"/>
        </a:p>
      </dgm:t>
    </dgm:pt>
    <dgm:pt modelId="{C37E988F-6F78-4B86-8878-540DE409304C}">
      <dgm:prSet phldr="0"/>
      <dgm:spPr/>
      <dgm:t>
        <a:bodyPr/>
        <a:lstStyle/>
        <a:p>
          <a:pPr rtl="0"/>
          <a:r>
            <a:rPr lang="nl-NL" dirty="0">
              <a:latin typeface="Bahnschrift"/>
            </a:rPr>
            <a:t>Discussiepunten bespreken</a:t>
          </a:r>
        </a:p>
      </dgm:t>
    </dgm:pt>
    <dgm:pt modelId="{CD15BCE3-D453-4507-A59C-C578A2C4B5C8}" type="parTrans" cxnId="{0A1FF095-E7FC-48B5-B5E0-687FBAAA2787}">
      <dgm:prSet/>
      <dgm:spPr/>
    </dgm:pt>
    <dgm:pt modelId="{08DA5A95-4CE2-4ADE-8DA1-4E365871EFA1}" type="sibTrans" cxnId="{0A1FF095-E7FC-48B5-B5E0-687FBAAA2787}">
      <dgm:prSet/>
      <dgm:spPr/>
      <dgm:t>
        <a:bodyPr/>
        <a:lstStyle/>
        <a:p>
          <a:endParaRPr lang="nl-NL"/>
        </a:p>
      </dgm:t>
    </dgm:pt>
    <dgm:pt modelId="{A784E9B3-45DC-4614-8E5A-203CAF4B727D}">
      <dgm:prSet phldr="0"/>
      <dgm:spPr/>
      <dgm:t>
        <a:bodyPr/>
        <a:lstStyle/>
        <a:p>
          <a:pPr rtl="0"/>
          <a:r>
            <a:rPr lang="nl-NL" dirty="0">
              <a:latin typeface="Bahnschrift"/>
            </a:rPr>
            <a:t>Inleiding afronden</a:t>
          </a:r>
        </a:p>
      </dgm:t>
    </dgm:pt>
    <dgm:pt modelId="{0417A17F-2CDF-4ACF-B398-C7F5E3A415C6}" type="parTrans" cxnId="{B748FB7D-FF3E-4F71-892E-772667385E16}">
      <dgm:prSet/>
      <dgm:spPr/>
    </dgm:pt>
    <dgm:pt modelId="{9C035EE0-D5E5-4CD9-AF32-439EC9ED5B84}" type="sibTrans" cxnId="{B748FB7D-FF3E-4F71-892E-772667385E16}">
      <dgm:prSet/>
      <dgm:spPr/>
      <dgm:t>
        <a:bodyPr/>
        <a:lstStyle/>
        <a:p>
          <a:endParaRPr lang="nl-NL"/>
        </a:p>
      </dgm:t>
    </dgm:pt>
    <dgm:pt modelId="{56DB17D3-6CC8-4F2E-BFC9-4F349CD56094}" type="pres">
      <dgm:prSet presAssocID="{24E9AE67-5DAA-413F-B0E0-5C0DBF87AAFC}" presName="outerComposite" presStyleCnt="0">
        <dgm:presLayoutVars>
          <dgm:chMax val="5"/>
          <dgm:dir/>
          <dgm:resizeHandles val="exact"/>
        </dgm:presLayoutVars>
      </dgm:prSet>
      <dgm:spPr/>
    </dgm:pt>
    <dgm:pt modelId="{1C199F62-1FFA-4990-98BF-C2DD5B900CAD}" type="pres">
      <dgm:prSet presAssocID="{24E9AE67-5DAA-413F-B0E0-5C0DBF87AAFC}" presName="dummyMaxCanvas" presStyleCnt="0">
        <dgm:presLayoutVars/>
      </dgm:prSet>
      <dgm:spPr/>
    </dgm:pt>
    <dgm:pt modelId="{2F32331A-237D-4E59-8C28-211BB474D116}" type="pres">
      <dgm:prSet presAssocID="{24E9AE67-5DAA-413F-B0E0-5C0DBF87AAFC}" presName="FiveNodes_1" presStyleLbl="node1" presStyleIdx="0" presStyleCnt="5">
        <dgm:presLayoutVars>
          <dgm:bulletEnabled val="1"/>
        </dgm:presLayoutVars>
      </dgm:prSet>
      <dgm:spPr/>
    </dgm:pt>
    <dgm:pt modelId="{88D73BB0-1648-4EE8-BB8A-5A68235BBA0B}" type="pres">
      <dgm:prSet presAssocID="{24E9AE67-5DAA-413F-B0E0-5C0DBF87AAFC}" presName="FiveNodes_2" presStyleLbl="node1" presStyleIdx="1" presStyleCnt="5">
        <dgm:presLayoutVars>
          <dgm:bulletEnabled val="1"/>
        </dgm:presLayoutVars>
      </dgm:prSet>
      <dgm:spPr/>
    </dgm:pt>
    <dgm:pt modelId="{E6168B53-6B4F-4A12-A919-46F022C46E1B}" type="pres">
      <dgm:prSet presAssocID="{24E9AE67-5DAA-413F-B0E0-5C0DBF87AAFC}" presName="FiveNodes_3" presStyleLbl="node1" presStyleIdx="2" presStyleCnt="5">
        <dgm:presLayoutVars>
          <dgm:bulletEnabled val="1"/>
        </dgm:presLayoutVars>
      </dgm:prSet>
      <dgm:spPr/>
    </dgm:pt>
    <dgm:pt modelId="{9306E965-EED1-4BB8-B6F9-BBD71F1A2114}" type="pres">
      <dgm:prSet presAssocID="{24E9AE67-5DAA-413F-B0E0-5C0DBF87AAFC}" presName="FiveNodes_4" presStyleLbl="node1" presStyleIdx="3" presStyleCnt="5">
        <dgm:presLayoutVars>
          <dgm:bulletEnabled val="1"/>
        </dgm:presLayoutVars>
      </dgm:prSet>
      <dgm:spPr/>
    </dgm:pt>
    <dgm:pt modelId="{DE3F89A8-FD77-49C1-B28C-32B42162C9A5}" type="pres">
      <dgm:prSet presAssocID="{24E9AE67-5DAA-413F-B0E0-5C0DBF87AAFC}" presName="FiveNodes_5" presStyleLbl="node1" presStyleIdx="4" presStyleCnt="5">
        <dgm:presLayoutVars>
          <dgm:bulletEnabled val="1"/>
        </dgm:presLayoutVars>
      </dgm:prSet>
      <dgm:spPr/>
    </dgm:pt>
    <dgm:pt modelId="{C57504A7-A191-4E2A-BF64-0A567A130D75}" type="pres">
      <dgm:prSet presAssocID="{24E9AE67-5DAA-413F-B0E0-5C0DBF87AAFC}" presName="FiveConn_1-2" presStyleLbl="fgAccFollowNode1" presStyleIdx="0" presStyleCnt="4">
        <dgm:presLayoutVars>
          <dgm:bulletEnabled val="1"/>
        </dgm:presLayoutVars>
      </dgm:prSet>
      <dgm:spPr/>
    </dgm:pt>
    <dgm:pt modelId="{456336DA-7ACF-4B08-95F2-892D41A80D48}" type="pres">
      <dgm:prSet presAssocID="{24E9AE67-5DAA-413F-B0E0-5C0DBF87AAFC}" presName="FiveConn_2-3" presStyleLbl="fgAccFollowNode1" presStyleIdx="1" presStyleCnt="4">
        <dgm:presLayoutVars>
          <dgm:bulletEnabled val="1"/>
        </dgm:presLayoutVars>
      </dgm:prSet>
      <dgm:spPr/>
    </dgm:pt>
    <dgm:pt modelId="{9D4B448E-E089-4678-9E4B-D036F67E604D}" type="pres">
      <dgm:prSet presAssocID="{24E9AE67-5DAA-413F-B0E0-5C0DBF87AAFC}" presName="FiveConn_3-4" presStyleLbl="fgAccFollowNode1" presStyleIdx="2" presStyleCnt="4">
        <dgm:presLayoutVars>
          <dgm:bulletEnabled val="1"/>
        </dgm:presLayoutVars>
      </dgm:prSet>
      <dgm:spPr/>
    </dgm:pt>
    <dgm:pt modelId="{397AB513-2769-4D51-9575-9BF1255723F6}" type="pres">
      <dgm:prSet presAssocID="{24E9AE67-5DAA-413F-B0E0-5C0DBF87AAFC}" presName="FiveConn_4-5" presStyleLbl="fgAccFollowNode1" presStyleIdx="3" presStyleCnt="4">
        <dgm:presLayoutVars>
          <dgm:bulletEnabled val="1"/>
        </dgm:presLayoutVars>
      </dgm:prSet>
      <dgm:spPr/>
    </dgm:pt>
    <dgm:pt modelId="{89055DDA-F300-4233-B7CA-515220D7AEB8}" type="pres">
      <dgm:prSet presAssocID="{24E9AE67-5DAA-413F-B0E0-5C0DBF87AAFC}" presName="FiveNodes_1_text" presStyleLbl="node1" presStyleIdx="4" presStyleCnt="5">
        <dgm:presLayoutVars>
          <dgm:bulletEnabled val="1"/>
        </dgm:presLayoutVars>
      </dgm:prSet>
      <dgm:spPr/>
    </dgm:pt>
    <dgm:pt modelId="{B5828570-2367-450C-8DF4-FCC82BD19775}" type="pres">
      <dgm:prSet presAssocID="{24E9AE67-5DAA-413F-B0E0-5C0DBF87AAFC}" presName="FiveNodes_2_text" presStyleLbl="node1" presStyleIdx="4" presStyleCnt="5">
        <dgm:presLayoutVars>
          <dgm:bulletEnabled val="1"/>
        </dgm:presLayoutVars>
      </dgm:prSet>
      <dgm:spPr/>
    </dgm:pt>
    <dgm:pt modelId="{4474E52B-7A7B-48EC-8BA0-B546CF6E3147}" type="pres">
      <dgm:prSet presAssocID="{24E9AE67-5DAA-413F-B0E0-5C0DBF87AAFC}" presName="FiveNodes_3_text" presStyleLbl="node1" presStyleIdx="4" presStyleCnt="5">
        <dgm:presLayoutVars>
          <dgm:bulletEnabled val="1"/>
        </dgm:presLayoutVars>
      </dgm:prSet>
      <dgm:spPr/>
    </dgm:pt>
    <dgm:pt modelId="{EA0C03B4-3102-43BC-9BC6-DA8494B7F0CE}" type="pres">
      <dgm:prSet presAssocID="{24E9AE67-5DAA-413F-B0E0-5C0DBF87AAFC}" presName="FiveNodes_4_text" presStyleLbl="node1" presStyleIdx="4" presStyleCnt="5">
        <dgm:presLayoutVars>
          <dgm:bulletEnabled val="1"/>
        </dgm:presLayoutVars>
      </dgm:prSet>
      <dgm:spPr/>
    </dgm:pt>
    <dgm:pt modelId="{6738CC08-4F0C-451B-B87C-33A2229BE95E}" type="pres">
      <dgm:prSet presAssocID="{24E9AE67-5DAA-413F-B0E0-5C0DBF87AAF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ED4E00D-7DD6-4953-9828-E19D742A614A}" srcId="{24E9AE67-5DAA-413F-B0E0-5C0DBF87AAFC}" destId="{9BD731EB-D700-4D8E-BAFA-CDBFEF27C13C}" srcOrd="0" destOrd="0" parTransId="{6F7B6014-CD87-47BC-AA3F-E8728E700B58}" sibTransId="{172D0D2B-3CC5-41AA-82C8-261325256501}"/>
    <dgm:cxn modelId="{40172D1F-3FE1-4F7E-A0D0-9DB4D446968B}" type="presOf" srcId="{A784E9B3-45DC-4614-8E5A-203CAF4B727D}" destId="{88D73BB0-1648-4EE8-BB8A-5A68235BBA0B}" srcOrd="0" destOrd="0" presId="urn:microsoft.com/office/officeart/2005/8/layout/vProcess5"/>
    <dgm:cxn modelId="{AE54C71F-1210-442A-9A2A-7FDAE6236928}" type="presOf" srcId="{9C035EE0-D5E5-4CD9-AF32-439EC9ED5B84}" destId="{456336DA-7ACF-4B08-95F2-892D41A80D48}" srcOrd="0" destOrd="0" presId="urn:microsoft.com/office/officeart/2005/8/layout/vProcess5"/>
    <dgm:cxn modelId="{95FEA223-8C52-4377-B393-6ECC479E0D47}" type="presOf" srcId="{66AA4796-6DFF-4F58-9296-F3090D4CF3A0}" destId="{E6168B53-6B4F-4A12-A919-46F022C46E1B}" srcOrd="0" destOrd="0" presId="urn:microsoft.com/office/officeart/2005/8/layout/vProcess5"/>
    <dgm:cxn modelId="{0042FB42-BBEF-4DD0-AE2D-D71E8E774DD3}" type="presOf" srcId="{9BD731EB-D700-4D8E-BAFA-CDBFEF27C13C}" destId="{2F32331A-237D-4E59-8C28-211BB474D116}" srcOrd="0" destOrd="0" presId="urn:microsoft.com/office/officeart/2005/8/layout/vProcess5"/>
    <dgm:cxn modelId="{15378E4E-14BA-4D0E-A706-3BCD7EBBF1AD}" type="presOf" srcId="{08DA5A95-4CE2-4ADE-8DA1-4E365871EFA1}" destId="{397AB513-2769-4D51-9575-9BF1255723F6}" srcOrd="0" destOrd="0" presId="urn:microsoft.com/office/officeart/2005/8/layout/vProcess5"/>
    <dgm:cxn modelId="{4385E552-1939-43F6-8A39-6DCC45BEFA4A}" srcId="{24E9AE67-5DAA-413F-B0E0-5C0DBF87AAFC}" destId="{66AA4796-6DFF-4F58-9296-F3090D4CF3A0}" srcOrd="2" destOrd="0" parTransId="{E43BFB58-A6A5-4EA6-AC31-CEE147EC576D}" sibTransId="{26EF9BDC-09F7-4833-A469-0328817AC7E8}"/>
    <dgm:cxn modelId="{B748FB7D-FF3E-4F71-892E-772667385E16}" srcId="{24E9AE67-5DAA-413F-B0E0-5C0DBF87AAFC}" destId="{A784E9B3-45DC-4614-8E5A-203CAF4B727D}" srcOrd="1" destOrd="0" parTransId="{0417A17F-2CDF-4ACF-B398-C7F5E3A415C6}" sibTransId="{9C035EE0-D5E5-4CD9-AF32-439EC9ED5B84}"/>
    <dgm:cxn modelId="{F2485086-2889-47D3-97BB-E4BE541F4DE2}" type="presOf" srcId="{A784E9B3-45DC-4614-8E5A-203CAF4B727D}" destId="{B5828570-2367-450C-8DF4-FCC82BD19775}" srcOrd="1" destOrd="0" presId="urn:microsoft.com/office/officeart/2005/8/layout/vProcess5"/>
    <dgm:cxn modelId="{0A1FF095-E7FC-48B5-B5E0-687FBAAA2787}" srcId="{24E9AE67-5DAA-413F-B0E0-5C0DBF87AAFC}" destId="{C37E988F-6F78-4B86-8878-540DE409304C}" srcOrd="3" destOrd="0" parTransId="{CD15BCE3-D453-4507-A59C-C578A2C4B5C8}" sibTransId="{08DA5A95-4CE2-4ADE-8DA1-4E365871EFA1}"/>
    <dgm:cxn modelId="{54C02699-2EAF-42A6-AFC5-73EACAAE3111}" type="presOf" srcId="{C37E988F-6F78-4B86-8878-540DE409304C}" destId="{9306E965-EED1-4BB8-B6F9-BBD71F1A2114}" srcOrd="0" destOrd="0" presId="urn:microsoft.com/office/officeart/2005/8/layout/vProcess5"/>
    <dgm:cxn modelId="{BD8C0D9C-E791-436C-85FA-4DB6318B256C}" type="presOf" srcId="{622FE1CD-E65C-4236-ABCD-2BB9A5B8D3A0}" destId="{DE3F89A8-FD77-49C1-B28C-32B42162C9A5}" srcOrd="0" destOrd="0" presId="urn:microsoft.com/office/officeart/2005/8/layout/vProcess5"/>
    <dgm:cxn modelId="{9DC0E8A3-E9D4-47F2-94E5-4039440EF5AB}" type="presOf" srcId="{9BD731EB-D700-4D8E-BAFA-CDBFEF27C13C}" destId="{89055DDA-F300-4233-B7CA-515220D7AEB8}" srcOrd="1" destOrd="0" presId="urn:microsoft.com/office/officeart/2005/8/layout/vProcess5"/>
    <dgm:cxn modelId="{0A4060AC-276A-4885-A918-DD9A0A9BF3F1}" type="presOf" srcId="{622FE1CD-E65C-4236-ABCD-2BB9A5B8D3A0}" destId="{6738CC08-4F0C-451B-B87C-33A2229BE95E}" srcOrd="1" destOrd="0" presId="urn:microsoft.com/office/officeart/2005/8/layout/vProcess5"/>
    <dgm:cxn modelId="{C1E107B3-E475-4E46-8062-D7FAB3F61EF2}" type="presOf" srcId="{C37E988F-6F78-4B86-8878-540DE409304C}" destId="{EA0C03B4-3102-43BC-9BC6-DA8494B7F0CE}" srcOrd="1" destOrd="0" presId="urn:microsoft.com/office/officeart/2005/8/layout/vProcess5"/>
    <dgm:cxn modelId="{5BA049BD-62AB-464F-AE26-0B25B6ABA704}" type="presOf" srcId="{66AA4796-6DFF-4F58-9296-F3090D4CF3A0}" destId="{4474E52B-7A7B-48EC-8BA0-B546CF6E3147}" srcOrd="1" destOrd="0" presId="urn:microsoft.com/office/officeart/2005/8/layout/vProcess5"/>
    <dgm:cxn modelId="{182EC1BD-64FD-4F59-BB1B-C87D582E6173}" srcId="{24E9AE67-5DAA-413F-B0E0-5C0DBF87AAFC}" destId="{622FE1CD-E65C-4236-ABCD-2BB9A5B8D3A0}" srcOrd="4" destOrd="0" parTransId="{0DEB17EA-CDF2-4E6B-A712-99C33800A5B4}" sibTransId="{968A2C79-30A5-43E1-B71E-BA4F7D3E3F01}"/>
    <dgm:cxn modelId="{737FEACD-0A42-4DDB-BC52-E1C951FBC294}" type="presOf" srcId="{24E9AE67-5DAA-413F-B0E0-5C0DBF87AAFC}" destId="{56DB17D3-6CC8-4F2E-BFC9-4F349CD56094}" srcOrd="0" destOrd="0" presId="urn:microsoft.com/office/officeart/2005/8/layout/vProcess5"/>
    <dgm:cxn modelId="{E80006EC-D93E-4752-BA45-AB109135D061}" type="presOf" srcId="{26EF9BDC-09F7-4833-A469-0328817AC7E8}" destId="{9D4B448E-E089-4678-9E4B-D036F67E604D}" srcOrd="0" destOrd="0" presId="urn:microsoft.com/office/officeart/2005/8/layout/vProcess5"/>
    <dgm:cxn modelId="{43DA45F1-AD2F-4C57-A743-91EA1B4A058B}" type="presOf" srcId="{172D0D2B-3CC5-41AA-82C8-261325256501}" destId="{C57504A7-A191-4E2A-BF64-0A567A130D75}" srcOrd="0" destOrd="0" presId="urn:microsoft.com/office/officeart/2005/8/layout/vProcess5"/>
    <dgm:cxn modelId="{68C95BA3-DB84-4CC6-8782-76F3AD54D532}" type="presParOf" srcId="{56DB17D3-6CC8-4F2E-BFC9-4F349CD56094}" destId="{1C199F62-1FFA-4990-98BF-C2DD5B900CAD}" srcOrd="0" destOrd="0" presId="urn:microsoft.com/office/officeart/2005/8/layout/vProcess5"/>
    <dgm:cxn modelId="{E26383B7-0499-4FA5-AA5D-20EC44E25CB9}" type="presParOf" srcId="{56DB17D3-6CC8-4F2E-BFC9-4F349CD56094}" destId="{2F32331A-237D-4E59-8C28-211BB474D116}" srcOrd="1" destOrd="0" presId="urn:microsoft.com/office/officeart/2005/8/layout/vProcess5"/>
    <dgm:cxn modelId="{2F4CBFBD-9FCE-435C-BCFF-9B62F866A62B}" type="presParOf" srcId="{56DB17D3-6CC8-4F2E-BFC9-4F349CD56094}" destId="{88D73BB0-1648-4EE8-BB8A-5A68235BBA0B}" srcOrd="2" destOrd="0" presId="urn:microsoft.com/office/officeart/2005/8/layout/vProcess5"/>
    <dgm:cxn modelId="{94D63875-1BA0-4E1E-B9A5-72FE540E98F1}" type="presParOf" srcId="{56DB17D3-6CC8-4F2E-BFC9-4F349CD56094}" destId="{E6168B53-6B4F-4A12-A919-46F022C46E1B}" srcOrd="3" destOrd="0" presId="urn:microsoft.com/office/officeart/2005/8/layout/vProcess5"/>
    <dgm:cxn modelId="{F72B5D1F-BC2C-45C8-9E9D-01CBEB46D156}" type="presParOf" srcId="{56DB17D3-6CC8-4F2E-BFC9-4F349CD56094}" destId="{9306E965-EED1-4BB8-B6F9-BBD71F1A2114}" srcOrd="4" destOrd="0" presId="urn:microsoft.com/office/officeart/2005/8/layout/vProcess5"/>
    <dgm:cxn modelId="{13CAFC8D-F4DC-4A15-82F0-3AA2D75F05E3}" type="presParOf" srcId="{56DB17D3-6CC8-4F2E-BFC9-4F349CD56094}" destId="{DE3F89A8-FD77-49C1-B28C-32B42162C9A5}" srcOrd="5" destOrd="0" presId="urn:microsoft.com/office/officeart/2005/8/layout/vProcess5"/>
    <dgm:cxn modelId="{6FA4EE82-F7C0-4397-A6E2-C67C0E3C3FA9}" type="presParOf" srcId="{56DB17D3-6CC8-4F2E-BFC9-4F349CD56094}" destId="{C57504A7-A191-4E2A-BF64-0A567A130D75}" srcOrd="6" destOrd="0" presId="urn:microsoft.com/office/officeart/2005/8/layout/vProcess5"/>
    <dgm:cxn modelId="{57577815-57F6-4046-84E9-5515892F8D6D}" type="presParOf" srcId="{56DB17D3-6CC8-4F2E-BFC9-4F349CD56094}" destId="{456336DA-7ACF-4B08-95F2-892D41A80D48}" srcOrd="7" destOrd="0" presId="urn:microsoft.com/office/officeart/2005/8/layout/vProcess5"/>
    <dgm:cxn modelId="{CCABA8BF-B500-4938-92B4-B6743082C71C}" type="presParOf" srcId="{56DB17D3-6CC8-4F2E-BFC9-4F349CD56094}" destId="{9D4B448E-E089-4678-9E4B-D036F67E604D}" srcOrd="8" destOrd="0" presId="urn:microsoft.com/office/officeart/2005/8/layout/vProcess5"/>
    <dgm:cxn modelId="{5D87F84F-88AD-4207-A28D-06A12418A413}" type="presParOf" srcId="{56DB17D3-6CC8-4F2E-BFC9-4F349CD56094}" destId="{397AB513-2769-4D51-9575-9BF1255723F6}" srcOrd="9" destOrd="0" presId="urn:microsoft.com/office/officeart/2005/8/layout/vProcess5"/>
    <dgm:cxn modelId="{AA38A48F-D8F4-466E-A142-C99B9245390E}" type="presParOf" srcId="{56DB17D3-6CC8-4F2E-BFC9-4F349CD56094}" destId="{89055DDA-F300-4233-B7CA-515220D7AEB8}" srcOrd="10" destOrd="0" presId="urn:microsoft.com/office/officeart/2005/8/layout/vProcess5"/>
    <dgm:cxn modelId="{852350FE-B053-4F26-BBD6-89CC4DB038FE}" type="presParOf" srcId="{56DB17D3-6CC8-4F2E-BFC9-4F349CD56094}" destId="{B5828570-2367-450C-8DF4-FCC82BD19775}" srcOrd="11" destOrd="0" presId="urn:microsoft.com/office/officeart/2005/8/layout/vProcess5"/>
    <dgm:cxn modelId="{57C100EA-0021-426D-B466-EE04AC9CE95D}" type="presParOf" srcId="{56DB17D3-6CC8-4F2E-BFC9-4F349CD56094}" destId="{4474E52B-7A7B-48EC-8BA0-B546CF6E3147}" srcOrd="12" destOrd="0" presId="urn:microsoft.com/office/officeart/2005/8/layout/vProcess5"/>
    <dgm:cxn modelId="{4C41F9A0-F7FD-4572-A609-2A6926F3E0D8}" type="presParOf" srcId="{56DB17D3-6CC8-4F2E-BFC9-4F349CD56094}" destId="{EA0C03B4-3102-43BC-9BC6-DA8494B7F0CE}" srcOrd="13" destOrd="0" presId="urn:microsoft.com/office/officeart/2005/8/layout/vProcess5"/>
    <dgm:cxn modelId="{730E62E8-DE30-413D-95CC-239ACA532283}" type="presParOf" srcId="{56DB17D3-6CC8-4F2E-BFC9-4F349CD56094}" destId="{6738CC08-4F0C-451B-B87C-33A2229BE95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2331A-237D-4E59-8C28-211BB474D116}">
      <dsp:nvSpPr>
        <dsp:cNvPr id="0" name=""/>
        <dsp:cNvSpPr/>
      </dsp:nvSpPr>
      <dsp:spPr>
        <a:xfrm>
          <a:off x="0" y="0"/>
          <a:ext cx="8762834" cy="614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dirty="0">
              <a:latin typeface="Bahnschrift"/>
            </a:rPr>
            <a:t>Feedback van Tony</a:t>
          </a:r>
          <a:endParaRPr lang="nl-NL" sz="2100" kern="1200" dirty="0"/>
        </a:p>
      </dsp:txBody>
      <dsp:txXfrm>
        <a:off x="17999" y="17999"/>
        <a:ext cx="8027800" cy="578538"/>
      </dsp:txXfrm>
    </dsp:sp>
    <dsp:sp modelId="{88D73BB0-1648-4EE8-BB8A-5A68235BBA0B}">
      <dsp:nvSpPr>
        <dsp:cNvPr id="0" name=""/>
        <dsp:cNvSpPr/>
      </dsp:nvSpPr>
      <dsp:spPr>
        <a:xfrm>
          <a:off x="654367" y="699888"/>
          <a:ext cx="8762834" cy="614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dirty="0">
              <a:latin typeface="Bahnschrift"/>
            </a:rPr>
            <a:t>Inleiding afronden</a:t>
          </a:r>
        </a:p>
      </dsp:txBody>
      <dsp:txXfrm>
        <a:off x="672366" y="717887"/>
        <a:ext cx="7673019" cy="578538"/>
      </dsp:txXfrm>
    </dsp:sp>
    <dsp:sp modelId="{E6168B53-6B4F-4A12-A919-46F022C46E1B}">
      <dsp:nvSpPr>
        <dsp:cNvPr id="0" name=""/>
        <dsp:cNvSpPr/>
      </dsp:nvSpPr>
      <dsp:spPr>
        <a:xfrm>
          <a:off x="1308734" y="1399777"/>
          <a:ext cx="8762834" cy="614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dirty="0"/>
            <a:t>Technieken (</a:t>
          </a:r>
          <a:r>
            <a:rPr lang="nl-NL" sz="2100" kern="1200" dirty="0" err="1"/>
            <a:t>Reinforcement</a:t>
          </a:r>
          <a:r>
            <a:rPr lang="nl-NL" sz="2100" kern="1200" dirty="0"/>
            <a:t> </a:t>
          </a:r>
          <a:r>
            <a:rPr lang="nl-NL" sz="2100" kern="1200" dirty="0" err="1"/>
            <a:t>learning</a:t>
          </a:r>
          <a:r>
            <a:rPr lang="nl-NL" sz="2100" kern="1200" dirty="0"/>
            <a:t>, Lineair programmeren)</a:t>
          </a:r>
          <a:endParaRPr lang="en-US" sz="2100" kern="1200" dirty="0"/>
        </a:p>
      </dsp:txBody>
      <dsp:txXfrm>
        <a:off x="1326733" y="1417776"/>
        <a:ext cx="7673019" cy="578538"/>
      </dsp:txXfrm>
    </dsp:sp>
    <dsp:sp modelId="{9306E965-EED1-4BB8-B6F9-BBD71F1A2114}">
      <dsp:nvSpPr>
        <dsp:cNvPr id="0" name=""/>
        <dsp:cNvSpPr/>
      </dsp:nvSpPr>
      <dsp:spPr>
        <a:xfrm>
          <a:off x="1963102" y="2099665"/>
          <a:ext cx="8762834" cy="614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dirty="0">
              <a:latin typeface="Bahnschrift"/>
            </a:rPr>
            <a:t>Discussiepunten bespreken</a:t>
          </a:r>
        </a:p>
      </dsp:txBody>
      <dsp:txXfrm>
        <a:off x="1981101" y="2117664"/>
        <a:ext cx="7673019" cy="578538"/>
      </dsp:txXfrm>
    </dsp:sp>
    <dsp:sp modelId="{DE3F89A8-FD77-49C1-B28C-32B42162C9A5}">
      <dsp:nvSpPr>
        <dsp:cNvPr id="0" name=""/>
        <dsp:cNvSpPr/>
      </dsp:nvSpPr>
      <dsp:spPr>
        <a:xfrm>
          <a:off x="2617469" y="2799554"/>
          <a:ext cx="8762834" cy="614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dirty="0">
              <a:latin typeface="Bahnschrift"/>
            </a:rPr>
            <a:t>Werken</a:t>
          </a:r>
          <a:r>
            <a:rPr lang="nl-NL" sz="2100" kern="1200" dirty="0"/>
            <a:t> aan hoofdstuk "</a:t>
          </a:r>
          <a:r>
            <a:rPr lang="nl-NL" sz="2100" kern="1200" dirty="0" err="1"/>
            <a:t>Future</a:t>
          </a:r>
          <a:r>
            <a:rPr lang="nl-NL" sz="2100" kern="1200" dirty="0"/>
            <a:t> </a:t>
          </a:r>
          <a:r>
            <a:rPr lang="nl-NL" sz="2100" kern="1200" dirty="0" err="1"/>
            <a:t>work</a:t>
          </a:r>
          <a:r>
            <a:rPr lang="nl-NL" sz="2100" kern="1200" dirty="0"/>
            <a:t>"</a:t>
          </a:r>
          <a:endParaRPr lang="en-US" sz="2100" kern="1200" dirty="0"/>
        </a:p>
      </dsp:txBody>
      <dsp:txXfrm>
        <a:off x="2635468" y="2817553"/>
        <a:ext cx="7673019" cy="578538"/>
      </dsp:txXfrm>
    </dsp:sp>
    <dsp:sp modelId="{C57504A7-A191-4E2A-BF64-0A567A130D75}">
      <dsp:nvSpPr>
        <dsp:cNvPr id="0" name=""/>
        <dsp:cNvSpPr/>
      </dsp:nvSpPr>
      <dsp:spPr>
        <a:xfrm>
          <a:off x="8363385" y="448952"/>
          <a:ext cx="399448" cy="3994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453261" y="448952"/>
        <a:ext cx="219696" cy="300585"/>
      </dsp:txXfrm>
    </dsp:sp>
    <dsp:sp modelId="{456336DA-7ACF-4B08-95F2-892D41A80D48}">
      <dsp:nvSpPr>
        <dsp:cNvPr id="0" name=""/>
        <dsp:cNvSpPr/>
      </dsp:nvSpPr>
      <dsp:spPr>
        <a:xfrm>
          <a:off x="9017752" y="1148841"/>
          <a:ext cx="399448" cy="39944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800" kern="1200"/>
        </a:p>
      </dsp:txBody>
      <dsp:txXfrm>
        <a:off x="9107628" y="1148841"/>
        <a:ext cx="219696" cy="300585"/>
      </dsp:txXfrm>
    </dsp:sp>
    <dsp:sp modelId="{9D4B448E-E089-4678-9E4B-D036F67E604D}">
      <dsp:nvSpPr>
        <dsp:cNvPr id="0" name=""/>
        <dsp:cNvSpPr/>
      </dsp:nvSpPr>
      <dsp:spPr>
        <a:xfrm>
          <a:off x="9672120" y="1838488"/>
          <a:ext cx="399448" cy="39944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9761996" y="1838488"/>
        <a:ext cx="219696" cy="300585"/>
      </dsp:txXfrm>
    </dsp:sp>
    <dsp:sp modelId="{397AB513-2769-4D51-9575-9BF1255723F6}">
      <dsp:nvSpPr>
        <dsp:cNvPr id="0" name=""/>
        <dsp:cNvSpPr/>
      </dsp:nvSpPr>
      <dsp:spPr>
        <a:xfrm>
          <a:off x="10326487" y="2545204"/>
          <a:ext cx="399448" cy="39944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800" kern="1200"/>
        </a:p>
      </dsp:txBody>
      <dsp:txXfrm>
        <a:off x="10416363" y="2545204"/>
        <a:ext cx="219696" cy="300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4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5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0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0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1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1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2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4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4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7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5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1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24" r:id="rId6"/>
    <p:sldLayoutId id="2147483720" r:id="rId7"/>
    <p:sldLayoutId id="2147483721" r:id="rId8"/>
    <p:sldLayoutId id="2147483722" r:id="rId9"/>
    <p:sldLayoutId id="2147483723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84552" y="1122363"/>
            <a:ext cx="4910841" cy="2387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400">
                <a:cs typeface="Calibri Light"/>
              </a:rPr>
              <a:t>Voortgangspresentatie Groep 6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84552" y="3602038"/>
            <a:ext cx="4910841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>
                <a:solidFill>
                  <a:schemeClr val="bg1"/>
                </a:solidFill>
                <a:cs typeface="Calibri"/>
              </a:rPr>
              <a:t>Anass, Bram, Brian, Ilias, Jurriaan, Milan</a:t>
            </a:r>
            <a:endParaRPr lang="de-DE">
              <a:solidFill>
                <a:schemeClr val="bg1"/>
              </a:solidFill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113B41AB-0D5B-19EA-F76A-6ECB323AB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66" r="38253" b="-5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37B2B-6735-D8B2-2933-E5DD62FF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Inhoudsopgave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00A45E-6838-0EE8-DA21-D02F2132C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nl-NL"/>
              <a:t>Paper</a:t>
            </a:r>
          </a:p>
          <a:p>
            <a:pPr marL="342900" indent="-342900">
              <a:buChar char="•"/>
            </a:pPr>
            <a:r>
              <a:rPr lang="nl-NL"/>
              <a:t>Onderzoeksvraag</a:t>
            </a:r>
          </a:p>
          <a:p>
            <a:pPr marL="342900" indent="-342900">
              <a:buChar char="•"/>
            </a:pPr>
            <a:r>
              <a:rPr lang="nl-NL" err="1"/>
              <a:t>Reinforcement</a:t>
            </a:r>
            <a:r>
              <a:rPr lang="nl-NL"/>
              <a:t> Learning model</a:t>
            </a:r>
          </a:p>
          <a:p>
            <a:pPr marL="342900" indent="-342900">
              <a:buChar char="•"/>
            </a:pPr>
            <a:r>
              <a:rPr lang="nl-NL"/>
              <a:t>Lineair programmeren</a:t>
            </a:r>
          </a:p>
          <a:p>
            <a:pPr marL="342900" indent="-342900">
              <a:buChar char="•"/>
            </a:pPr>
            <a:endParaRPr lang="nl-NL"/>
          </a:p>
          <a:p>
            <a:pPr marL="342900" indent="-342900">
              <a:buChar char="•"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891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F15C8E-093E-4823-A12A-001BAA62B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60494-71A0-4561-A012-BA2338D0D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2957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56C3DA-FCB2-3ADF-ABC2-143CD20E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70831"/>
          </a:xfrm>
        </p:spPr>
        <p:txBody>
          <a:bodyPr>
            <a:normAutofit/>
          </a:bodyPr>
          <a:lstStyle/>
          <a:p>
            <a:r>
              <a:rPr lang="nl-NL"/>
              <a:t>Paper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9E03A5E8-F83D-F066-71D9-DF8F78FC08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2767497"/>
              </p:ext>
            </p:extLst>
          </p:nvPr>
        </p:nvGraphicFramePr>
        <p:xfrm>
          <a:off x="333804" y="2659909"/>
          <a:ext cx="11380304" cy="3414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787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C71BEEF0-CA89-4AEF-A492-1D96800D7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FD64A815-B181-455B-94F4-BE4ABF310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4119" y="0"/>
            <a:ext cx="608885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3D6517-EA7C-C6B8-668F-B759AE2D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709683"/>
            <a:ext cx="5138326" cy="5467279"/>
          </a:xfrm>
        </p:spPr>
        <p:txBody>
          <a:bodyPr anchor="ctr">
            <a:normAutofit/>
          </a:bodyPr>
          <a:lstStyle/>
          <a:p>
            <a:r>
              <a:rPr lang="nl-NL" sz="4600"/>
              <a:t>Onderzoeksvraag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35BB86E-5A59-0590-24A4-18A42504F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09683"/>
            <a:ext cx="4953000" cy="54672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Welke technieken kunnen toegepast worden om het </a:t>
            </a:r>
            <a:r>
              <a:rPr lang="nl-NL" err="1"/>
              <a:t>Reinforcement</a:t>
            </a:r>
            <a:r>
              <a:rPr lang="nl-NL"/>
              <a:t> </a:t>
            </a:r>
            <a:r>
              <a:rPr lang="nl-NL" err="1"/>
              <a:t>learning</a:t>
            </a:r>
            <a:r>
              <a:rPr lang="nl-NL"/>
              <a:t> model te evalueren en valideren?</a:t>
            </a:r>
          </a:p>
        </p:txBody>
      </p:sp>
    </p:spTree>
    <p:extLst>
      <p:ext uri="{BB962C8B-B14F-4D97-AF65-F5344CB8AC3E}">
        <p14:creationId xmlns:p14="http://schemas.microsoft.com/office/powerpoint/2010/main" val="163322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9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66A2B6FF-98AF-4A0F-AAA9-F291A7D2D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6083644" cy="3429000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A2D870-BA00-4DBB-BF6E-782BAFEDC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CFD376E6-424C-4887-B673-6B4126758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15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AFFC59-0D09-B436-E473-D07607F7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Reinforcement learning model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B19DB46-9915-1BB4-5B5F-A4E6664E4442}"/>
              </a:ext>
            </a:extLst>
          </p:cNvPr>
          <p:cNvSpPr txBox="1"/>
          <p:nvPr/>
        </p:nvSpPr>
        <p:spPr>
          <a:xfrm>
            <a:off x="484552" y="3870613"/>
            <a:ext cx="5022630" cy="23063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>
              <a:lnSpc>
                <a:spcPct val="120000"/>
              </a:lnSpc>
              <a:spcAft>
                <a:spcPts val="600"/>
              </a:spcAft>
            </a:pPr>
            <a:endParaRPr lang="en-US"/>
          </a:p>
          <a:p>
            <a:pPr marL="57150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 err="1"/>
              <a:t>Gemiddelde</a:t>
            </a:r>
            <a:r>
              <a:rPr lang="en-US"/>
              <a:t> score in 1000 games</a:t>
            </a:r>
          </a:p>
          <a:p>
            <a:pPr marL="57150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 err="1"/>
              <a:t>Parametertuning</a:t>
            </a:r>
            <a:r>
              <a:rPr lang="en-US"/>
              <a:t> (</a:t>
            </a:r>
            <a:r>
              <a:rPr lang="en-US" err="1"/>
              <a:t>Learning_rates</a:t>
            </a:r>
            <a:r>
              <a:rPr lang="en-US"/>
              <a:t>, </a:t>
            </a:r>
            <a:r>
              <a:rPr lang="en-US" err="1"/>
              <a:t>batch_sizes</a:t>
            </a:r>
            <a:r>
              <a:rPr lang="en-US"/>
              <a:t>)</a:t>
            </a:r>
          </a:p>
          <a:p>
            <a:pPr marL="57150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/>
              <a:t>6 X 4 X 3 model</a:t>
            </a:r>
          </a:p>
          <a:p>
            <a:pPr marL="285750">
              <a:lnSpc>
                <a:spcPct val="120000"/>
              </a:lnSpc>
              <a:spcAft>
                <a:spcPts val="600"/>
              </a:spcAft>
            </a:pPr>
            <a:endParaRPr lang="en-US"/>
          </a:p>
          <a:p>
            <a:pPr marL="285750">
              <a:lnSpc>
                <a:spcPct val="120000"/>
              </a:lnSpc>
              <a:spcAft>
                <a:spcPts val="600"/>
              </a:spcAft>
            </a:pPr>
            <a:endParaRPr lang="en-US"/>
          </a:p>
        </p:txBody>
      </p:sp>
      <p:pic>
        <p:nvPicPr>
          <p:cNvPr id="7" name="Afbeelding 7">
            <a:extLst>
              <a:ext uri="{FF2B5EF4-FFF2-40B4-BE49-F238E27FC236}">
                <a16:creationId xmlns:a16="http://schemas.microsoft.com/office/drawing/2014/main" id="{AB887268-14A7-4408-7EE8-E7707835A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0485" y="1761039"/>
            <a:ext cx="6094328" cy="3653923"/>
          </a:xfrm>
        </p:spPr>
      </p:pic>
    </p:spTree>
    <p:extLst>
      <p:ext uri="{BB962C8B-B14F-4D97-AF65-F5344CB8AC3E}">
        <p14:creationId xmlns:p14="http://schemas.microsoft.com/office/powerpoint/2010/main" val="216207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2C938F-E37F-CC9F-8F5C-72534A3E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Lineair programmeren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BE1BA3-8358-97C8-5ED1-9281DD325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nl-NL"/>
              <a:t>Nieuwe </a:t>
            </a:r>
            <a:r>
              <a:rPr lang="nl-NL" err="1"/>
              <a:t>solver</a:t>
            </a:r>
            <a:r>
              <a:rPr lang="nl-NL"/>
              <a:t> (</a:t>
            </a:r>
            <a:r>
              <a:rPr lang="nl-NL" err="1"/>
              <a:t>guirobipy</a:t>
            </a:r>
            <a:r>
              <a:rPr lang="nl-NL"/>
              <a:t> </a:t>
            </a:r>
            <a:r>
              <a:rPr lang="nl-NL" err="1"/>
              <a:t>acedemic</a:t>
            </a:r>
            <a:r>
              <a:rPr lang="nl-NL"/>
              <a:t>)</a:t>
            </a:r>
          </a:p>
          <a:p>
            <a:pPr marL="342900" indent="-342900">
              <a:buChar char="•"/>
            </a:pPr>
            <a:r>
              <a:rPr lang="nl-NL"/>
              <a:t>Terug naar oude model</a:t>
            </a:r>
          </a:p>
        </p:txBody>
      </p:sp>
      <p:pic>
        <p:nvPicPr>
          <p:cNvPr id="4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D0A1B494-5AF6-A62F-541A-334A280F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527" y="3819401"/>
            <a:ext cx="10180749" cy="291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7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22E0291-99C8-40F9-ADAB-32589A3B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-zwarte vraagtekens met één geel vraagteken">
            <a:extLst>
              <a:ext uri="{FF2B5EF4-FFF2-40B4-BE49-F238E27FC236}">
                <a16:creationId xmlns:a16="http://schemas.microsoft.com/office/drawing/2014/main" id="{49EA3B9E-78C0-A63D-86E5-3659E9B02A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95" r="5171" b="-5"/>
          <a:stretch/>
        </p:blipFill>
        <p:spPr>
          <a:xfrm>
            <a:off x="20" y="2"/>
            <a:ext cx="12191979" cy="685799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95830D2-F2AE-4DD8-B586-89B097791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8714" y="258715"/>
            <a:ext cx="6858000" cy="63405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42047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RegularSeedRightStep">
      <a:dk1>
        <a:srgbClr val="000000"/>
      </a:dk1>
      <a:lt1>
        <a:srgbClr val="FFFFFF"/>
      </a:lt1>
      <a:dk2>
        <a:srgbClr val="412D24"/>
      </a:dk2>
      <a:lt2>
        <a:srgbClr val="E2E8E7"/>
      </a:lt2>
      <a:accent1>
        <a:srgbClr val="D13F51"/>
      </a:accent1>
      <a:accent2>
        <a:srgbClr val="BF572D"/>
      </a:accent2>
      <a:accent3>
        <a:srgbClr val="C89F3C"/>
      </a:accent3>
      <a:accent4>
        <a:srgbClr val="9DAD29"/>
      </a:accent4>
      <a:accent5>
        <a:srgbClr val="71B536"/>
      </a:accent5>
      <a:accent6>
        <a:srgbClr val="32BB2C"/>
      </a:accent6>
      <a:hlink>
        <a:srgbClr val="309286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Breedbeeld</PresentationFormat>
  <Slides>7</Slides>
  <Notes>0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8" baseType="lpstr">
      <vt:lpstr>MatrixVTI</vt:lpstr>
      <vt:lpstr>Voortgangspresentatie Groep 6</vt:lpstr>
      <vt:lpstr>Inhoudsopgave</vt:lpstr>
      <vt:lpstr>Paper</vt:lpstr>
      <vt:lpstr>Onderzoeksvraag</vt:lpstr>
      <vt:lpstr>Reinforcement learning model</vt:lpstr>
      <vt:lpstr>Lineair programmeren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/>
  <cp:revision>14</cp:revision>
  <dcterms:created xsi:type="dcterms:W3CDTF">2023-01-10T09:13:55Z</dcterms:created>
  <dcterms:modified xsi:type="dcterms:W3CDTF">2023-01-24T13:52:42Z</dcterms:modified>
</cp:coreProperties>
</file>